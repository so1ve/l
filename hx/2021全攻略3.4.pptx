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7">
  <p:sldMasterIdLst>
    <p:sldMasterId id="2147483648" r:id="rId1"/>
    <p:sldMasterId id="2147483656" r:id="rId3"/>
  </p:sldMasterIdLst>
  <p:notesMasterIdLst>
    <p:notesMasterId r:id="rId5"/>
  </p:notesMasterIdLst>
  <p:handoutMasterIdLst>
    <p:handoutMasterId r:id="rId18"/>
  </p:handoutMasterIdLst>
  <p:sldIdLst>
    <p:sldId id="2821" r:id="rId4"/>
    <p:sldId id="3147" r:id="rId6"/>
    <p:sldId id="3144" r:id="rId7"/>
    <p:sldId id="3223" r:id="rId8"/>
    <p:sldId id="3236" r:id="rId9"/>
    <p:sldId id="3238" r:id="rId10"/>
    <p:sldId id="3246" r:id="rId11"/>
    <p:sldId id="3265" r:id="rId12"/>
    <p:sldId id="3266" r:id="rId13"/>
    <p:sldId id="3252" r:id="rId14"/>
    <p:sldId id="3267" r:id="rId15"/>
    <p:sldId id="3279" r:id="rId16"/>
    <p:sldId id="328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新课标第一网" initials="xkb1.com" lastIdx="1" clrIdx="0"/>
  <p:cmAuthor id="1" name="Administrator" initials="A" lastIdx="1" clrIdx="0"/>
  <p:cmAuthor id="2" name="xkb1.com" initials="x" lastIdx="0" clrIdx="1"/>
  <p:cmAuthor id="4" name="陈锐华" initials="CRH" lastIdx="2" clrIdx="3"/>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2FDB2607-1784-4EEB-B798-7EB5836EED8A}">
        <p14:showMediaCtrls xmlns:p14="http://schemas.microsoft.com/office/powerpoint/2010/main" val="1"/>
      </p:ext>
    </p:extLst>
  </p:showPr>
  <p:clrMru>
    <a:srgbClr val="0E0EE4"/>
    <a:srgbClr val="205C78"/>
    <a:srgbClr val="86A3A1"/>
    <a:srgbClr val="FFFFFF"/>
    <a:srgbClr val="38473A"/>
    <a:srgbClr val="178AA1"/>
    <a:srgbClr val="FCFCFC"/>
    <a:srgbClr val="9E9492"/>
    <a:srgbClr val="A7A49D"/>
    <a:srgbClr val="A3A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772" autoAdjust="0"/>
    <p:restoredTop sz="95362" autoAdjust="0"/>
  </p:normalViewPr>
  <p:slideViewPr>
    <p:cSldViewPr snapToGrid="0">
      <p:cViewPr varScale="1">
        <p:scale>
          <a:sx n="67" d="100"/>
          <a:sy n="67" d="100"/>
        </p:scale>
        <p:origin x="-342" y="-102"/>
      </p:cViewPr>
      <p:guideLst>
        <p:guide orient="horz" pos="2131"/>
        <p:guide pos="3723"/>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27E8FEA-3AC9-4DE1-B0CA-FA2A2FC791B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image" Target="../media/image2.png"/><Relationship Id="rId10" Type="http://schemas.openxmlformats.org/officeDocument/2006/relationships/tags" Target="../tags/tag3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2.png"/><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image" Target="../media/image1.jpeg"/><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image" Target="../media/image2.png"/><Relationship Id="rId2" Type="http://schemas.openxmlformats.org/officeDocument/2006/relationships/tags" Target="../tags/tag7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10.xml"/><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image" Target="../media/image2.png"/><Relationship Id="rId11" Type="http://schemas.openxmlformats.org/officeDocument/2006/relationships/tags" Target="../tags/tag112.xml"/><Relationship Id="rId10" Type="http://schemas.openxmlformats.org/officeDocument/2006/relationships/tags" Target="../tags/tag111.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文本与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文本与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幻灯片">
    <p:spTree>
      <p:nvGrpSpPr>
        <p:cNvPr id="1" name=""/>
        <p:cNvGrpSpPr/>
        <p:nvPr/>
      </p:nvGrpSpPr>
      <p:grpSpPr>
        <a:xfrm>
          <a:off x="0" y="0"/>
          <a:ext cx="0" cy="0"/>
          <a:chOff x="0" y="0"/>
          <a:chExt cx="0" cy="0"/>
        </a:xfrm>
      </p:grpSpPr>
      <p:sp>
        <p:nvSpPr>
          <p:cNvPr id="5" name="Shape 5"/>
          <p:cNvSpPr>
            <a:spLocks noGrp="1"/>
          </p:cNvSpPr>
          <p:nvPr>
            <p:ph type="title" hasCustomPrompt="1"/>
          </p:nvPr>
        </p:nvSpPr>
        <p:spPr>
          <a:xfrm>
            <a:off x="1524000" y="0"/>
            <a:ext cx="9144000" cy="3518120"/>
          </a:xfrm>
          <a:prstGeom prst="rect">
            <a:avLst/>
          </a:prstGeom>
        </p:spPr>
        <p:txBody>
          <a:bodyPr anchor="b"/>
          <a:lstStyle>
            <a:lvl1pPr>
              <a:defRPr sz="8000"/>
            </a:lvl1pPr>
          </a:lstStyle>
          <a:p>
            <a:pPr lvl="0">
              <a:defRPr sz="1800"/>
            </a:pPr>
            <a:r>
              <a:rPr sz="6000"/>
              <a:t>标题文本</a:t>
            </a:r>
            <a:endParaRPr sz="6000"/>
          </a:p>
        </p:txBody>
      </p:sp>
      <p:sp>
        <p:nvSpPr>
          <p:cNvPr id="6" name="Shape 6"/>
          <p:cNvSpPr>
            <a:spLocks noGrp="1"/>
          </p:cNvSpPr>
          <p:nvPr>
            <p:ph type="body" idx="1" hasCustomPrompt="1"/>
          </p:nvPr>
        </p:nvSpPr>
        <p:spPr>
          <a:xfrm>
            <a:off x="1524000" y="3609363"/>
            <a:ext cx="9144000" cy="3248637"/>
          </a:xfrm>
          <a:prstGeom prst="rect">
            <a:avLst/>
          </a:prstGeom>
        </p:spPr>
        <p:txBody>
          <a:bodyPr/>
          <a:lstStyle>
            <a:lvl1pPr marL="0" indent="0" algn="ctr">
              <a:spcBef>
                <a:spcPct val="134000"/>
              </a:spcBef>
              <a:buSzTx/>
              <a:buNone/>
              <a:defRPr sz="3200"/>
            </a:lvl1pPr>
            <a:lvl2pPr marL="0" indent="609600" algn="ctr">
              <a:spcBef>
                <a:spcPct val="134000"/>
              </a:spcBef>
              <a:buSzTx/>
              <a:buNone/>
              <a:defRPr sz="3200"/>
            </a:lvl2pPr>
            <a:lvl3pPr marL="0" indent="1219200" algn="ctr">
              <a:spcBef>
                <a:spcPct val="134000"/>
              </a:spcBef>
              <a:buSzTx/>
              <a:buNone/>
              <a:defRPr sz="3200"/>
            </a:lvl3pPr>
            <a:lvl4pPr marL="0" indent="1828800" algn="ctr">
              <a:spcBef>
                <a:spcPct val="134000"/>
              </a:spcBef>
              <a:buSzTx/>
              <a:buNone/>
              <a:defRPr sz="3200"/>
            </a:lvl4pPr>
            <a:lvl5pPr marL="0" indent="2438400" algn="ctr">
              <a:spcBef>
                <a:spcPct val="134000"/>
              </a:spcBef>
              <a:buSzTx/>
              <a:buNone/>
              <a:defRPr sz="3200"/>
            </a:lvl5pPr>
          </a:lstStyle>
          <a:p>
            <a:pPr lvl="0">
              <a:defRPr sz="1800"/>
            </a:pPr>
            <a:r>
              <a:rPr sz="2400"/>
              <a:t>正文级别 1</a:t>
            </a:r>
            <a:endParaRPr sz="2400"/>
          </a:p>
          <a:p>
            <a:pPr lvl="1">
              <a:defRPr sz="1800"/>
            </a:pPr>
            <a:r>
              <a:rPr sz="2400"/>
              <a:t>正文级别 2</a:t>
            </a:r>
            <a:endParaRPr sz="2400"/>
          </a:p>
          <a:p>
            <a:pPr lvl="2">
              <a:defRPr sz="1800"/>
            </a:pPr>
            <a:r>
              <a:rPr sz="2400"/>
              <a:t>正文级别 3</a:t>
            </a:r>
            <a:endParaRPr sz="2400"/>
          </a:p>
          <a:p>
            <a:pPr lvl="3">
              <a:defRPr sz="1800"/>
            </a:pPr>
            <a:r>
              <a:rPr sz="2400"/>
              <a:t>正文级别 4</a:t>
            </a:r>
            <a:endParaRPr sz="2400"/>
          </a:p>
          <a:p>
            <a:pPr lvl="4">
              <a:defRPr sz="1800"/>
            </a:pPr>
            <a:r>
              <a:rPr sz="2400"/>
              <a:t>正文级别 5</a:t>
            </a:r>
            <a:endParaRPr sz="240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矩形 12"/>
          <p:cNvSpPr/>
          <p:nvPr>
            <p:custDataLst>
              <p:tags r:id="rId3"/>
            </p:custDataLst>
          </p:nvPr>
        </p:nvSpPr>
        <p:spPr>
          <a:xfrm rot="245821">
            <a:off x="1744345" y="1880870"/>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custDataLst>
              <p:tags r:id="rId4"/>
            </p:custDataLst>
          </p:nvPr>
        </p:nvSpPr>
        <p:spPr>
          <a:xfrm rot="21380745">
            <a:off x="1756410" y="1901190"/>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custDataLst>
              <p:tags r:id="rId5"/>
            </p:custDataLst>
          </p:nvPr>
        </p:nvSpPr>
        <p:spPr>
          <a:xfrm>
            <a:off x="1756410" y="1900057"/>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custDataLst>
              <p:tags r:id="rId6"/>
            </p:custDataLst>
          </p:nvPr>
        </p:nvCxnSpPr>
        <p:spPr>
          <a:xfrm>
            <a:off x="5779167" y="3748839"/>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日期占位符 15"/>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8"/>
            </p:custDataLst>
          </p:nvPr>
        </p:nvSpPr>
        <p:spPr/>
        <p:txBody>
          <a:bodyPr/>
          <a:lstStyle/>
          <a:p>
            <a:endParaRPr lang="zh-CN" altLang="en-US" dirty="0"/>
          </a:p>
        </p:txBody>
      </p:sp>
      <p:sp>
        <p:nvSpPr>
          <p:cNvPr id="18" name="灯片编号占位符 17"/>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0"/>
            </p:custDataLst>
          </p:nvPr>
        </p:nvSpPr>
        <p:spPr>
          <a:xfrm>
            <a:off x="2426367" y="2438402"/>
            <a:ext cx="7704222" cy="1176155"/>
          </a:xfrm>
        </p:spPr>
        <p:txBody>
          <a:bodyPr lIns="90000" tIns="46800" rIns="90000" bIns="0" anchor="b" anchorCtr="0">
            <a:normAutofit/>
          </a:bodyPr>
          <a:lstStyle>
            <a:lvl1pPr algn="ctr">
              <a:defRPr sz="5400" spc="600" baseline="0">
                <a:solidFill>
                  <a:schemeClr val="tx1">
                    <a:lumMod val="85000"/>
                    <a:lumOff val="15000"/>
                  </a:schemeClr>
                </a:solidFill>
                <a:ea typeface="汉仪旗黑Y4-85简" panose="00020600040101010101" charset="-122"/>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1"/>
            </p:custDataLst>
          </p:nvPr>
        </p:nvSpPr>
        <p:spPr>
          <a:xfrm>
            <a:off x="2426367" y="3870121"/>
            <a:ext cx="7704222" cy="801114"/>
          </a:xfrm>
        </p:spPr>
        <p:txBody>
          <a:bodyPr lIns="90000" tIns="0" rIns="90000" bIns="46800">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3508184" y="4084721"/>
            <a:ext cx="4567816" cy="793459"/>
          </a:xfrm>
        </p:spPr>
        <p:txBody>
          <a:bodyPr lIns="90000" tIns="46800" rIns="90000" bIns="0" anchor="b" anchorCtr="0">
            <a:normAutofit/>
          </a:bodyPr>
          <a:lstStyle>
            <a:lvl1pPr algn="ctr">
              <a:defRPr sz="3600" u="none" strike="noStrike" kern="1200" cap="none" spc="300" normalizeH="0" baseline="0">
                <a:solidFill>
                  <a:schemeClr val="tx1">
                    <a:lumMod val="85000"/>
                    <a:lumOff val="15000"/>
                  </a:schemeClr>
                </a:solidFill>
                <a:uFillTx/>
                <a:latin typeface="Arial" panose="020B0604020202090204" pitchFamily="34" charset="0"/>
                <a:ea typeface="汉仪旗黑Y4-85简" panose="00020600040101010101"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4"/>
            </p:custDataLst>
          </p:nvPr>
        </p:nvSpPr>
        <p:spPr>
          <a:xfrm>
            <a:off x="3508179" y="4956280"/>
            <a:ext cx="4567816" cy="1077985"/>
          </a:xfrm>
        </p:spPr>
        <p:txBody>
          <a:bodyPr lIns="90000" tIns="0" rIns="90000" bIns="46800">
            <a:normAutofit/>
          </a:bodyPr>
          <a:lstStyle>
            <a:lvl1pPr marL="0" indent="0" algn="ctr" eaLnBrk="1" fontAlgn="auto" latinLnBrk="0" hangingPunct="1">
              <a:buNone/>
              <a:defRPr kumimoji="0" lang="zh-CN" altLang="en-US" sz="2000" b="0" i="0" u="none" strike="noStrike" kern="1200" cap="none" spc="150" normalizeH="0" baseline="0" noProof="1">
                <a:solidFill>
                  <a:schemeClr val="bg1">
                    <a:lumMod val="50000"/>
                  </a:schemeClr>
                </a:solidFill>
                <a:uFillTx/>
                <a:latin typeface="Arial" panose="020B060402020209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cxnSp>
        <p:nvCxnSpPr>
          <p:cNvPr id="8" name="直接连接符 7"/>
          <p:cNvCxnSpPr/>
          <p:nvPr>
            <p:custDataLst>
              <p:tags r:id="rId8"/>
            </p:custDataLst>
          </p:nvPr>
        </p:nvCxnSpPr>
        <p:spPr>
          <a:xfrm>
            <a:off x="5237746" y="3998543"/>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4"/>
            </p:custDataLst>
          </p:nvPr>
        </p:nvSpPr>
        <p:spPr>
          <a:xfrm>
            <a:off x="669930"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5"/>
            </p:custDataLst>
          </p:nvPr>
        </p:nvSpPr>
        <p:spPr>
          <a:xfrm>
            <a:off x="6238877" y="952508"/>
            <a:ext cx="5283242" cy="5388907"/>
          </a:xfrm>
        </p:spPr>
        <p:txBody>
          <a:bodyPr lIns="90000" tIns="46800" rIns="90000" bIns="46800">
            <a:normAutofit/>
          </a:bodyPr>
          <a:lstStyle>
            <a:lvl1pPr>
              <a:defRPr sz="16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6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6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6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6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6"/>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7"/>
            </p:custDataLst>
          </p:nvPr>
        </p:nvSpPr>
        <p:spPr/>
        <p:txBody>
          <a:bodyPr lIns="90000" tIns="46800" rIns="90000" bIns="46800">
            <a:normAutofit/>
          </a:bodyPr>
          <a:lstStyle/>
          <a:p>
            <a:endParaRPr lang="zh-CN" altLang="en-US"/>
          </a:p>
        </p:txBody>
      </p:sp>
      <p:sp>
        <p:nvSpPr>
          <p:cNvPr id="7" name="灯片编号占位符 6"/>
          <p:cNvSpPr>
            <a:spLocks noGrp="1"/>
          </p:cNvSpPr>
          <p:nvPr>
            <p:ph type="sldNum" sz="quarter" idx="12"/>
            <p:custDataLst>
              <p:tags r:id="rId8"/>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4"/>
            </p:custDataLst>
          </p:nvPr>
        </p:nvSpPr>
        <p:spPr>
          <a:xfrm>
            <a:off x="669930" y="952508"/>
            <a:ext cx="5283242" cy="381003"/>
          </a:xfrm>
        </p:spPr>
        <p:txBody>
          <a:bodyPr lIns="90000" tIns="46800" rIns="90000" bIns="4680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9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5"/>
            </p:custDataLst>
          </p:nvPr>
        </p:nvSpPr>
        <p:spPr>
          <a:xfrm>
            <a:off x="669925" y="1406525"/>
            <a:ext cx="5283200" cy="4934752"/>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6"/>
            </p:custDataLst>
          </p:nvPr>
        </p:nvSpPr>
        <p:spPr>
          <a:xfrm>
            <a:off x="6235750" y="952508"/>
            <a:ext cx="5283242" cy="381003"/>
          </a:xfrm>
        </p:spPr>
        <p:txBody>
          <a:bodyPr vert="horz" lIns="90000" tIns="46800" rIns="90000" bIns="468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sym typeface="+mn-ea"/>
              </a:rPr>
              <a:t>单击此处编辑文本</a:t>
            </a:r>
            <a:endParaRPr dirty="0">
              <a:sym typeface="+mn-ea"/>
            </a:endParaRPr>
          </a:p>
        </p:txBody>
      </p:sp>
      <p:sp>
        <p:nvSpPr>
          <p:cNvPr id="6" name="内容占位符 5"/>
          <p:cNvSpPr>
            <a:spLocks noGrp="1"/>
          </p:cNvSpPr>
          <p:nvPr>
            <p:ph sz="quarter" idx="4"/>
            <p:custDataLst>
              <p:tags r:id="rId7"/>
            </p:custDataLst>
          </p:nvPr>
        </p:nvSpPr>
        <p:spPr>
          <a:xfrm>
            <a:off x="6235750" y="1406525"/>
            <a:ext cx="5283242" cy="4934752"/>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8"/>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9"/>
            </p:custDataLst>
          </p:nvPr>
        </p:nvSpPr>
        <p:spPr/>
        <p:txBody>
          <a:bodyPr lIns="90000" tIns="46800" rIns="90000" bIns="46800">
            <a:normAutofit/>
          </a:bodyPr>
          <a:lstStyle/>
          <a:p>
            <a:endParaRPr lang="zh-CN" altLang="en-US"/>
          </a:p>
        </p:txBody>
      </p:sp>
      <p:sp>
        <p:nvSpPr>
          <p:cNvPr id="9" name="灯片编号占位符 8"/>
          <p:cNvSpPr>
            <a:spLocks noGrp="1"/>
          </p:cNvSpPr>
          <p:nvPr>
            <p:ph type="sldNum" sz="quarter" idx="12"/>
            <p:custDataLst>
              <p:tags r:id="rId10"/>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p:custDataLst>
              <p:tags r:id="rId3"/>
            </p:custDataLst>
          </p:nvPr>
        </p:nvSpPr>
        <p:spPr>
          <a:xfrm>
            <a:off x="324678" y="294859"/>
            <a:ext cx="11542644" cy="6268279"/>
          </a:xfrm>
          <a:prstGeom prst="rect">
            <a:avLst/>
          </a:prstGeom>
          <a:solidFill>
            <a:schemeClr val="bg1"/>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a:bodyPr>
          <a:lstStyle/>
          <a:p>
            <a:pPr algn="ctr"/>
            <a:endParaRPr lang="zh-CN" altLang="en-US"/>
          </a:p>
        </p:txBody>
      </p:sp>
      <p:sp>
        <p:nvSpPr>
          <p:cNvPr id="2" name="标题 1"/>
          <p:cNvSpPr>
            <a:spLocks noGrp="1"/>
          </p:cNvSpPr>
          <p:nvPr>
            <p:ph type="title"/>
            <p:custDataLst>
              <p:tags r:id="rId4"/>
            </p:custDataLst>
          </p:nvPr>
        </p:nvSpPr>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5"/>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lIns="90000" tIns="46800" rIns="90000" bIns="46800">
            <a:normAutofit/>
          </a:bodyPr>
          <a:lstStyle/>
          <a:p>
            <a:endParaRPr lang="zh-CN" altLang="en-US"/>
          </a:p>
        </p:txBody>
      </p:sp>
      <p:sp>
        <p:nvSpPr>
          <p:cNvPr id="5" name="灯片编号占位符 4"/>
          <p:cNvSpPr>
            <a:spLocks noGrp="1"/>
          </p:cNvSpPr>
          <p:nvPr>
            <p:ph type="sldNum" sz="quarter" idx="12"/>
            <p:custDataLst>
              <p:tags r:id="rId7"/>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4"/>
            </p:custDataLst>
          </p:nvPr>
        </p:nvSpPr>
        <p:spPr/>
        <p:txBody>
          <a:bodyPr/>
          <a:lstStyle/>
          <a:p>
            <a:endParaRPr lang="zh-CN" altLang="en-US"/>
          </a:p>
        </p:txBody>
      </p:sp>
      <p:sp>
        <p:nvSpPr>
          <p:cNvPr id="4" name="灯片编号占位符 3"/>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930"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4"/>
            </p:custDataLst>
          </p:nvPr>
        </p:nvSpPr>
        <p:spPr>
          <a:xfrm>
            <a:off x="669930" y="952508"/>
            <a:ext cx="5283242" cy="5388907"/>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8925"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6"/>
            </p:custDataLst>
          </p:nvPr>
        </p:nvSpPr>
        <p:spPr/>
        <p:txBody>
          <a:bodyPr lIns="90000" tIns="46800" rIns="90000" bIns="46800">
            <a:normAutofit/>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7"/>
            </p:custDataLst>
          </p:nvPr>
        </p:nvSpPr>
        <p:spPr/>
        <p:txBody>
          <a:bodyPr lIns="90000" tIns="46800" rIns="90000" bIns="46800">
            <a:normAutofit/>
          </a:bodyPr>
          <a:lstStyle/>
          <a:p>
            <a:endParaRPr lang="zh-CN" altLang="en-US" dirty="0"/>
          </a:p>
        </p:txBody>
      </p:sp>
      <p:sp>
        <p:nvSpPr>
          <p:cNvPr id="7" name="灯片编号占位符 6"/>
          <p:cNvSpPr>
            <a:spLocks noGrp="1"/>
          </p:cNvSpPr>
          <p:nvPr>
            <p:ph type="sldNum" sz="quarter" idx="12"/>
            <p:custDataLst>
              <p:tags r:id="rId8"/>
            </p:custDataLst>
          </p:nvPr>
        </p:nvSpPr>
        <p:spPr/>
        <p:txBody>
          <a:bodyPr lIns="90000" tIns="46800" rIns="90000" bIns="46800">
            <a:normAutofit/>
          </a:bodyPr>
          <a:lstStyle/>
          <a:p>
            <a:fld id="{FABC47A4-756D-490B-A52F-7D9E2C9FC05F}"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组合 11"/>
          <p:cNvGrpSpPr/>
          <p:nvPr>
            <p:custDataLst>
              <p:tags r:id="rId3"/>
            </p:custDataLst>
          </p:nvPr>
        </p:nvGrpSpPr>
        <p:grpSpPr>
          <a:xfrm>
            <a:off x="11583670" y="5733415"/>
            <a:ext cx="498475" cy="1082675"/>
            <a:chOff x="17775" y="8015"/>
            <a:chExt cx="1252" cy="2719"/>
          </a:xfrm>
        </p:grpSpPr>
        <p:sp>
          <p:nvSpPr>
            <p:cNvPr id="13" name="椭圆 12"/>
            <p:cNvSpPr/>
            <p:nvPr userDrawn="1">
              <p:custDataLst>
                <p:tags r:id="rId4"/>
              </p:custDataLst>
            </p:nvPr>
          </p:nvSpPr>
          <p:spPr>
            <a:xfrm>
              <a:off x="18152" y="9860"/>
              <a:ext cx="875" cy="8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custDataLst>
                <p:tags r:id="rId5"/>
              </p:custDataLst>
            </p:nvPr>
          </p:nvSpPr>
          <p:spPr>
            <a:xfrm>
              <a:off x="17775" y="9140"/>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userDrawn="1">
              <p:custDataLst>
                <p:tags r:id="rId6"/>
              </p:custDataLst>
            </p:nvPr>
          </p:nvSpPr>
          <p:spPr>
            <a:xfrm>
              <a:off x="18401" y="8687"/>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userDrawn="1">
              <p:custDataLst>
                <p:tags r:id="rId7"/>
              </p:custDataLst>
            </p:nvPr>
          </p:nvSpPr>
          <p:spPr>
            <a:xfrm>
              <a:off x="17883" y="8015"/>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竖排标题 1"/>
          <p:cNvSpPr>
            <a:spLocks noGrp="1"/>
          </p:cNvSpPr>
          <p:nvPr>
            <p:ph type="title" orient="vert"/>
            <p:custDataLst>
              <p:tags r:id="rId8"/>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竖排文字占位符 2"/>
          <p:cNvSpPr>
            <a:spLocks noGrp="1"/>
          </p:cNvSpPr>
          <p:nvPr>
            <p:ph type="body" orient="vert" idx="1"/>
            <p:custDataLst>
              <p:tags r:id="rId9"/>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1pPr>
            <a:lvl2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2pPr>
            <a:lvl3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3pPr>
            <a:lvl4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4pPr>
            <a:lvl5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lstStyle/>
          <a:p>
            <a:endParaRPr lang="zh-CN" altLang="en-US"/>
          </a:p>
        </p:txBody>
      </p:sp>
      <p:sp>
        <p:nvSpPr>
          <p:cNvPr id="6" name="灯片编号占位符 5"/>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6"/>
            </p:custDataLst>
          </p:nvPr>
        </p:nvSpPr>
        <p:spPr>
          <a:xfrm>
            <a:off x="669930" y="952508"/>
            <a:ext cx="10852237" cy="5388907"/>
          </a:xfrm>
        </p:spPr>
        <p:txBody>
          <a:bodyPr/>
          <a:lstStyle>
            <a:lvl1pPr>
              <a:defRPr baseline="0"/>
            </a:lvl1pPr>
            <a:lvl2pPr>
              <a:defRPr baseline="0"/>
            </a:lvl2pPr>
            <a:lvl3pPr>
              <a:defRPr baseline="0"/>
            </a:lvl3pPr>
            <a:lvl4pPr>
              <a:defRPr baseline="0"/>
            </a:lvl4pPr>
            <a:lvl5pPr>
              <a:defRPr baseline="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组合 5"/>
          <p:cNvGrpSpPr/>
          <p:nvPr>
            <p:custDataLst>
              <p:tags r:id="rId3"/>
            </p:custDataLst>
          </p:nvPr>
        </p:nvGrpSpPr>
        <p:grpSpPr>
          <a:xfrm>
            <a:off x="1744578" y="1880787"/>
            <a:ext cx="9336506" cy="3449203"/>
            <a:chOff x="1744578" y="1880787"/>
            <a:chExt cx="9336506" cy="3449203"/>
          </a:xfrm>
        </p:grpSpPr>
        <p:sp>
          <p:nvSpPr>
            <p:cNvPr id="7" name="矩形 6"/>
            <p:cNvSpPr/>
            <p:nvPr>
              <p:custDataLst>
                <p:tags r:id="rId4"/>
              </p:custDataLst>
            </p:nvPr>
          </p:nvSpPr>
          <p:spPr>
            <a:xfrm rot="245821">
              <a:off x="1744578" y="1880787"/>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5"/>
              </p:custDataLst>
            </p:nvPr>
          </p:nvSpPr>
          <p:spPr>
            <a:xfrm rot="21380745">
              <a:off x="1756611" y="1900990"/>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6"/>
              </p:custDataLst>
            </p:nvPr>
          </p:nvSpPr>
          <p:spPr>
            <a:xfrm>
              <a:off x="1744578" y="1900990"/>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10"/>
            </p:custDataLst>
          </p:nvPr>
        </p:nvSpPr>
        <p:spPr>
          <a:xfrm>
            <a:off x="3266167" y="2599827"/>
            <a:ext cx="6371319" cy="1179574"/>
          </a:xfrm>
        </p:spPr>
        <p:txBody>
          <a:bodyPr vert="horz" lIns="90000" tIns="46800" rIns="90000" bIns="0" rtlCol="0" anchor="b"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Arial" panose="020B0604020202090204" pitchFamily="34" charset="0"/>
                <a:ea typeface="汉仪旗黑Y4-85简" panose="00020600040101010101" charset="-122"/>
                <a:cs typeface="+mj-cs"/>
                <a:sym typeface="+mn-ea"/>
              </a:defRPr>
            </a:lvl1pPr>
          </a:lstStyle>
          <a:p>
            <a:pPr lvl="0"/>
            <a:r>
              <a:rPr dirty="0">
                <a:sym typeface="+mn-ea"/>
              </a:rPr>
              <a:t>编辑标题</a:t>
            </a:r>
            <a:endParaRPr dirty="0">
              <a:sym typeface="+mn-ea"/>
            </a:endParaRPr>
          </a:p>
        </p:txBody>
      </p:sp>
      <p:sp>
        <p:nvSpPr>
          <p:cNvPr id="13" name="文本占位符 12"/>
          <p:cNvSpPr>
            <a:spLocks noGrp="1"/>
          </p:cNvSpPr>
          <p:nvPr>
            <p:ph type="body" sz="quarter" idx="13" hasCustomPrompt="1"/>
            <p:custDataLst>
              <p:tags r:id="rId11"/>
            </p:custDataLst>
          </p:nvPr>
        </p:nvSpPr>
        <p:spPr>
          <a:xfrm>
            <a:off x="3266168" y="3991669"/>
            <a:ext cx="6371318" cy="973138"/>
          </a:xfrm>
        </p:spPr>
        <p:txBody>
          <a:bodyPr lIns="90000" rIns="90000" bIns="46800"/>
          <a:lstStyle>
            <a:lvl1pPr marL="0" indent="0" algn="ctr">
              <a:buNone/>
              <a:defRPr sz="2000" baseline="0">
                <a:solidFill>
                  <a:schemeClr val="tx1">
                    <a:lumMod val="85000"/>
                    <a:lumOff val="15000"/>
                  </a:schemeClr>
                </a:solidFill>
                <a:latin typeface="Arial" panose="020B0604020202090204" pitchFamily="34" charset="0"/>
              </a:defRPr>
            </a:lvl1pPr>
          </a:lstStyle>
          <a:p>
            <a:pPr lvl="0"/>
            <a:r>
              <a:rPr lang="zh-CN" altLang="en-US" dirty="0"/>
              <a:t>单击此处编辑文本</a:t>
            </a:r>
            <a:endParaRPr lang="zh-CN" altLang="en-US" dirty="0"/>
          </a:p>
        </p:txBody>
      </p:sp>
      <p:cxnSp>
        <p:nvCxnSpPr>
          <p:cNvPr id="14" name="直接连接符 13"/>
          <p:cNvCxnSpPr/>
          <p:nvPr>
            <p:custDataLst>
              <p:tags r:id="rId12"/>
            </p:custDataLst>
          </p:nvPr>
        </p:nvCxnSpPr>
        <p:spPr>
          <a:xfrm>
            <a:off x="5779167" y="3863139"/>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通用">
    <p:bg>
      <p:bgPr>
        <a:blipFill>
          <a:blip r:embed="rId2"/>
          <a:stretch>
            <a:fillRect/>
          </a:stretch>
        </a:blipFill>
        <a:effectLst/>
      </p:bgPr>
    </p:bg>
    <p:spTree>
      <p:nvGrpSpPr>
        <p:cNvPr id="1" name=""/>
        <p:cNvGrpSpPr/>
        <p:nvPr/>
      </p:nvGrpSpPr>
      <p:grpSpPr>
        <a:xfrm>
          <a:off x="0" y="0"/>
          <a:ext cx="0" cy="0"/>
          <a:chOff x="0" y="0"/>
          <a:chExt cx="0" cy="0"/>
        </a:xfrm>
      </p:grpSpPr>
      <p:sp>
        <p:nvSpPr>
          <p:cNvPr id="4" name="页脚占位符 3"/>
          <p:cNvSpPr>
            <a:spLocks noGrp="1"/>
          </p:cNvSpPr>
          <p:nvPr>
            <p:ph type="ftr" sz="quarter" idx="11"/>
            <p:custDataLst>
              <p:tags r:id="rId3"/>
            </p:custDataLst>
          </p:nvPr>
        </p:nvSpPr>
        <p:spPr/>
        <p:txBody>
          <a:bodyPr/>
          <a:lstStyle/>
          <a:p>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
        <p:nvSpPr>
          <p:cNvPr id="10" name="标题 9"/>
          <p:cNvSpPr>
            <a:spLocks noGrp="1"/>
          </p:cNvSpPr>
          <p:nvPr>
            <p:ph type="title"/>
            <p:custDataLst>
              <p:tags r:id="rId6"/>
            </p:custDataLst>
          </p:nvPr>
        </p:nvSpPr>
        <p:spPr/>
        <p:txBody>
          <a:bodyPr>
            <a:normAutofit/>
          </a:bodyPr>
          <a:lstStyle>
            <a:lvl1pPr>
              <a:defRPr baseline="0"/>
            </a:lvl1pPr>
          </a:lstStyle>
          <a:p>
            <a:r>
              <a:rPr lang="zh-CN" altLang="en-US" dirty="0"/>
              <a:t>单击此处编辑母版标题样式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6" name="矩形 5"/>
          <p:cNvSpPr/>
          <p:nvPr>
            <p:custDataLst>
              <p:tags r:id="rId2"/>
            </p:custDataLst>
          </p:nvPr>
        </p:nvSpPr>
        <p:spPr>
          <a:xfrm>
            <a:off x="248285" y="273050"/>
            <a:ext cx="11692255" cy="6311900"/>
          </a:xfrm>
          <a:prstGeom prst="rect">
            <a:avLst/>
          </a:prstGeom>
          <a:blipFill>
            <a:blip r:embed="rId3"/>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1281600" y="1249200"/>
            <a:ext cx="9626400" cy="723600"/>
          </a:xfrm>
        </p:spPr>
        <p:txBody>
          <a:bodyPr wrap="square" lIns="90000" tIns="46800" rIns="90000" bIns="46800" anchor="ctr">
            <a:normAutofit/>
          </a:bodyPr>
          <a:lstStyle>
            <a:lvl1pPr>
              <a:defRPr sz="32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8"/>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左右">
    <p:bg>
      <p:bgPr>
        <a:blipFill>
          <a:blip r:embed="rId2"/>
          <a:stretch>
            <a:fillRect/>
          </a:stretch>
        </a:blipFill>
        <a:effectLst/>
      </p:bgPr>
    </p:bg>
    <p:spTree>
      <p:nvGrpSpPr>
        <p:cNvPr id="1" name=""/>
        <p:cNvGrpSpPr/>
        <p:nvPr/>
      </p:nvGrpSpPr>
      <p:grpSpPr>
        <a:xfrm>
          <a:off x="0" y="0"/>
          <a:ext cx="0" cy="0"/>
          <a:chOff x="0" y="0"/>
          <a:chExt cx="0" cy="0"/>
        </a:xfrm>
      </p:grpSpPr>
      <p:sp>
        <p:nvSpPr>
          <p:cNvPr id="8" name="矩形 7"/>
          <p:cNvSpPr/>
          <p:nvPr>
            <p:custDataLst>
              <p:tags r:id="rId3"/>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583200" y="770400"/>
            <a:ext cx="3960000" cy="882000"/>
          </a:xfrm>
        </p:spPr>
        <p:txBody>
          <a:bodyPr wrap="square" lIns="90000" tIns="46800" rIns="90000" bIns="46800" anchor="ctr">
            <a:normAutofit/>
          </a:bodyPr>
          <a:lstStyle>
            <a:lvl1pPr>
              <a:defRPr sz="36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单击编辑标题</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5101200" y="769939"/>
            <a:ext cx="6480000" cy="5087937"/>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9"/>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上下">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1147334"/>
            <a:ext cx="12192000" cy="369332"/>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12000" y="770144"/>
            <a:ext cx="10976400" cy="648512"/>
          </a:xfrm>
        </p:spPr>
        <p:txBody>
          <a:bodyPr wrap="square" lIns="90000" tIns="46800" rIns="90000" bIns="46800" anchor="ctr">
            <a:normAutofit/>
          </a:bodyPr>
          <a:lstStyle>
            <a:lvl1pPr algn="ctr">
              <a:defRPr sz="36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879742" y="6368643"/>
            <a:ext cx="2700000" cy="279180"/>
          </a:xfrm>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68643"/>
            <a:ext cx="3960000" cy="279180"/>
          </a:xfrm>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7"/>
            </p:custDataLst>
          </p:nvPr>
        </p:nvSpPr>
        <p:spPr>
          <a:xfrm>
            <a:off x="8610600" y="6368643"/>
            <a:ext cx="2700000" cy="279180"/>
          </a:xfrm>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382991"/>
          </a:xfrm>
        </p:spPr>
        <p:txBody>
          <a:bodyPr wrap="square" lIns="90000" tIns="46800" rIns="90000" bIns="46800">
            <a:normAutofit/>
          </a:bodyPr>
          <a:lstStyle>
            <a:lvl1pPr algn="ctr">
              <a:defRPr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9"/>
            </p:custDataLst>
          </p:nvPr>
        </p:nvSpPr>
        <p:spPr>
          <a:xfrm>
            <a:off x="612775" y="2808000"/>
            <a:ext cx="10965600" cy="1980158"/>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下上">
    <p:bg>
      <p:bgPr>
        <a:blipFill>
          <a:blip r:embed="rId2"/>
          <a:stretch>
            <a:fillRect/>
          </a:stretch>
        </a:blipFill>
        <a:effectLst/>
      </p:bgPr>
    </p:bg>
    <p:spTree>
      <p:nvGrpSpPr>
        <p:cNvPr id="1" name=""/>
        <p:cNvGrpSpPr/>
        <p:nvPr/>
      </p:nvGrpSpPr>
      <p:grpSpPr>
        <a:xfrm>
          <a:off x="0" y="0"/>
          <a:ext cx="0" cy="0"/>
          <a:chOff x="0" y="0"/>
          <a:chExt cx="0" cy="0"/>
        </a:xfrm>
      </p:grpSpPr>
      <p:sp>
        <p:nvSpPr>
          <p:cNvPr id="8" name="矩形 7"/>
          <p:cNvSpPr/>
          <p:nvPr>
            <p:custDataLst>
              <p:tags r:id="rId3"/>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04800" y="669600"/>
            <a:ext cx="10976400" cy="565200"/>
          </a:xfrm>
        </p:spPr>
        <p:txBody>
          <a:bodyPr wrap="square" lIns="90000" tIns="46800" rIns="90000" bIns="46800" anchor="ctr">
            <a:normAutofit/>
          </a:bodyPr>
          <a:lstStyle>
            <a:lvl1pPr algn="ctr">
              <a:defRPr sz="32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7" name="内容占位符 6"/>
          <p:cNvSpPr>
            <a:spLocks noGrp="1"/>
          </p:cNvSpPr>
          <p:nvPr>
            <p:ph sz="quarter" idx="13"/>
            <p:custDataLst>
              <p:tags r:id="rId6"/>
            </p:custDataLst>
          </p:nvPr>
        </p:nvSpPr>
        <p:spPr>
          <a:xfrm>
            <a:off x="604837" y="1681200"/>
            <a:ext cx="10990800" cy="3211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7"/>
            </p:custDataLst>
          </p:nvPr>
        </p:nvSpPr>
        <p:spPr>
          <a:xfrm>
            <a:off x="594000" y="5180400"/>
            <a:ext cx="11001600" cy="1011600"/>
          </a:xfrm>
        </p:spPr>
        <p:txBody>
          <a:bodyPr wrap="square" lIns="90000" tIns="46800" rIns="90000" bIns="46800">
            <a:normAutofit/>
          </a:bodyPr>
          <a:lstStyle>
            <a:lvl1pPr marL="0" indent="0">
              <a:buNone/>
              <a:defRPr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8"/>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9"/>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导航">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11046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579755" y="237490"/>
            <a:ext cx="11037570" cy="565150"/>
          </a:xfrm>
        </p:spPr>
        <p:txBody>
          <a:bodyPr wrap="square" lIns="90000" tIns="46800" rIns="90000" bIns="46800">
            <a:normAutofit/>
          </a:bodyPr>
          <a:lstStyle>
            <a:lvl1pPr>
              <a:defRPr sz="32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11"/>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腰带">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hasCustomPrompt="1"/>
            <p:custDataLst>
              <p:tags r:id="rId4"/>
            </p:custDataLst>
          </p:nvPr>
        </p:nvSpPr>
        <p:spPr>
          <a:xfrm>
            <a:off x="1522800" y="1339200"/>
            <a:ext cx="9144000" cy="2386800"/>
          </a:xfrm>
        </p:spPr>
        <p:txBody>
          <a:bodyPr wrap="square" lIns="90000" tIns="46800" rIns="90000" bIns="46800" anchor="b">
            <a:normAutofit/>
          </a:bodyPr>
          <a:lstStyle>
            <a:lvl1pPr algn="ctr">
              <a:defRPr sz="60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单击此处编辑标题</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wrap="square" lIns="90000" tIns="46800" rIns="90000" bIns="46800">
            <a:normAutofit/>
          </a:bodyPr>
          <a:lstStyle>
            <a:lvl1pPr algn="ctr">
              <a:defRPr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8"/>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slideLayout" Target="../slideLayouts/slideLayout15.xml"/><Relationship Id="rId7" Type="http://schemas.openxmlformats.org/officeDocument/2006/relationships/slideLayout" Target="../slideLayouts/slideLayout14.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5" Type="http://schemas.openxmlformats.org/officeDocument/2006/relationships/theme" Target="../theme/theme2.xml"/><Relationship Id="rId24" Type="http://schemas.openxmlformats.org/officeDocument/2006/relationships/tags" Target="../tags/tag124.xml"/><Relationship Id="rId23" Type="http://schemas.openxmlformats.org/officeDocument/2006/relationships/tags" Target="../tags/tag123.xml"/><Relationship Id="rId22" Type="http://schemas.openxmlformats.org/officeDocument/2006/relationships/tags" Target="../tags/tag122.xml"/><Relationship Id="rId21" Type="http://schemas.openxmlformats.org/officeDocument/2006/relationships/tags" Target="../tags/tag121.xml"/><Relationship Id="rId20" Type="http://schemas.openxmlformats.org/officeDocument/2006/relationships/tags" Target="../tags/tag120.xml"/><Relationship Id="rId2" Type="http://schemas.openxmlformats.org/officeDocument/2006/relationships/slideLayout" Target="../slideLayouts/slideLayout9.xml"/><Relationship Id="rId19" Type="http://schemas.openxmlformats.org/officeDocument/2006/relationships/tags" Target="../tags/tag119.xml"/><Relationship Id="rId18" Type="http://schemas.openxmlformats.org/officeDocument/2006/relationships/slideLayout" Target="../slideLayouts/slideLayout25.xml"/><Relationship Id="rId17" Type="http://schemas.openxmlformats.org/officeDocument/2006/relationships/slideLayout" Target="../slideLayouts/slideLayout24.xml"/><Relationship Id="rId16" Type="http://schemas.openxmlformats.org/officeDocument/2006/relationships/slideLayout" Target="../slideLayouts/slideLayout23.xml"/><Relationship Id="rId15" Type="http://schemas.openxmlformats.org/officeDocument/2006/relationships/slideLayout" Target="../slideLayouts/slideLayout22.xml"/><Relationship Id="rId14" Type="http://schemas.openxmlformats.org/officeDocument/2006/relationships/slideLayout" Target="../slideLayouts/slideLayout21.xml"/><Relationship Id="rId13" Type="http://schemas.openxmlformats.org/officeDocument/2006/relationships/slideLayout" Target="../slideLayouts/slideLayout20.xml"/><Relationship Id="rId12" Type="http://schemas.openxmlformats.org/officeDocument/2006/relationships/slideLayout" Target="../slideLayouts/slideLayout19.xml"/><Relationship Id="rId11" Type="http://schemas.openxmlformats.org/officeDocument/2006/relationships/slideLayout" Target="../slideLayouts/slideLayout18.xml"/><Relationship Id="rId10" Type="http://schemas.openxmlformats.org/officeDocument/2006/relationships/slideLayout" Target="../slideLayouts/slideLayout17.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slow">
    <p:strips dir="rd"/>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90000" tIns="46800" rIns="90000" bIns="468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0000" tIns="46800" rIns="90000" bIns="4680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0000" tIns="46800" rIns="90000" bIns="4680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0000" tIns="46800" rIns="90000" bIns="4680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9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8.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9.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9.xml"/><Relationship Id="rId5" Type="http://schemas.openxmlformats.org/officeDocument/2006/relationships/tags" Target="../tags/tag134.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tags" Target="../tags/tag133.xml"/><Relationship Id="rId1" Type="http://schemas.openxmlformats.org/officeDocument/2006/relationships/tags" Target="../tags/tag132.xml"/></Relationships>
</file>

<file path=ppt/slides/_rels/slide4.xml.rels><?xml version="1.0" encoding="UTF-8" standalone="yes"?>
<Relationships xmlns="http://schemas.openxmlformats.org/package/2006/relationships"><Relationship Id="rId9" Type="http://schemas.openxmlformats.org/officeDocument/2006/relationships/tags" Target="../tags/tag143.xml"/><Relationship Id="rId8" Type="http://schemas.openxmlformats.org/officeDocument/2006/relationships/tags" Target="../tags/tag142.xml"/><Relationship Id="rId7" Type="http://schemas.openxmlformats.org/officeDocument/2006/relationships/tags" Target="../tags/tag141.xml"/><Relationship Id="rId6" Type="http://schemas.openxmlformats.org/officeDocument/2006/relationships/tags" Target="../tags/tag140.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tags" Target="../tags/tag137.xml"/><Relationship Id="rId21" Type="http://schemas.openxmlformats.org/officeDocument/2006/relationships/notesSlide" Target="../notesSlides/notesSlide4.xml"/><Relationship Id="rId20" Type="http://schemas.openxmlformats.org/officeDocument/2006/relationships/slideLayout" Target="../slideLayouts/slideLayout9.xml"/><Relationship Id="rId2" Type="http://schemas.openxmlformats.org/officeDocument/2006/relationships/tags" Target="../tags/tag136.xml"/><Relationship Id="rId19" Type="http://schemas.openxmlformats.org/officeDocument/2006/relationships/tags" Target="../tags/tag153.xml"/><Relationship Id="rId18" Type="http://schemas.openxmlformats.org/officeDocument/2006/relationships/tags" Target="../tags/tag152.xml"/><Relationship Id="rId17" Type="http://schemas.openxmlformats.org/officeDocument/2006/relationships/tags" Target="../tags/tag151.xml"/><Relationship Id="rId16" Type="http://schemas.openxmlformats.org/officeDocument/2006/relationships/tags" Target="../tags/tag150.xml"/><Relationship Id="rId15" Type="http://schemas.openxmlformats.org/officeDocument/2006/relationships/tags" Target="../tags/tag149.xml"/><Relationship Id="rId14" Type="http://schemas.openxmlformats.org/officeDocument/2006/relationships/tags" Target="../tags/tag148.xml"/><Relationship Id="rId13" Type="http://schemas.openxmlformats.org/officeDocument/2006/relationships/tags" Target="../tags/tag147.xml"/><Relationship Id="rId12" Type="http://schemas.openxmlformats.org/officeDocument/2006/relationships/tags" Target="../tags/tag146.xml"/><Relationship Id="rId11" Type="http://schemas.openxmlformats.org/officeDocument/2006/relationships/tags" Target="../tags/tag145.xml"/><Relationship Id="rId10" Type="http://schemas.openxmlformats.org/officeDocument/2006/relationships/tags" Target="../tags/tag144.xml"/><Relationship Id="rId1" Type="http://schemas.openxmlformats.org/officeDocument/2006/relationships/tags" Target="../tags/tag135.xml"/></Relationships>
</file>

<file path=ppt/slides/_rels/slide5.xml.rels><?xml version="1.0" encoding="UTF-8" standalone="yes"?>
<Relationships xmlns="http://schemas.openxmlformats.org/package/2006/relationships"><Relationship Id="rId9" Type="http://schemas.openxmlformats.org/officeDocument/2006/relationships/tags" Target="../tags/tag162.xml"/><Relationship Id="rId8" Type="http://schemas.openxmlformats.org/officeDocument/2006/relationships/tags" Target="../tags/tag161.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8" Type="http://schemas.openxmlformats.org/officeDocument/2006/relationships/slideLayout" Target="../slideLayouts/slideLayout9.xml"/><Relationship Id="rId17" Type="http://schemas.openxmlformats.org/officeDocument/2006/relationships/tags" Target="../tags/tag170.xml"/><Relationship Id="rId16" Type="http://schemas.openxmlformats.org/officeDocument/2006/relationships/tags" Target="../tags/tag169.xml"/><Relationship Id="rId15" Type="http://schemas.openxmlformats.org/officeDocument/2006/relationships/tags" Target="../tags/tag168.xml"/><Relationship Id="rId14" Type="http://schemas.openxmlformats.org/officeDocument/2006/relationships/tags" Target="../tags/tag167.xml"/><Relationship Id="rId13" Type="http://schemas.openxmlformats.org/officeDocument/2006/relationships/tags" Target="../tags/tag166.xml"/><Relationship Id="rId12" Type="http://schemas.openxmlformats.org/officeDocument/2006/relationships/tags" Target="../tags/tag165.xml"/><Relationship Id="rId11" Type="http://schemas.openxmlformats.org/officeDocument/2006/relationships/tags" Target="../tags/tag164.xml"/><Relationship Id="rId10" Type="http://schemas.openxmlformats.org/officeDocument/2006/relationships/tags" Target="../tags/tag163.xml"/><Relationship Id="rId1" Type="http://schemas.openxmlformats.org/officeDocument/2006/relationships/tags" Target="../tags/tag154.xml"/></Relationships>
</file>

<file path=ppt/slides/_rels/slide6.xml.rels><?xml version="1.0" encoding="UTF-8" standalone="yes"?>
<Relationships xmlns="http://schemas.openxmlformats.org/package/2006/relationships"><Relationship Id="rId9" Type="http://schemas.openxmlformats.org/officeDocument/2006/relationships/tags" Target="../tags/tag179.xml"/><Relationship Id="rId8" Type="http://schemas.openxmlformats.org/officeDocument/2006/relationships/tags" Target="../tags/tag178.xml"/><Relationship Id="rId7" Type="http://schemas.openxmlformats.org/officeDocument/2006/relationships/tags" Target="../tags/tag177.xml"/><Relationship Id="rId6" Type="http://schemas.openxmlformats.org/officeDocument/2006/relationships/tags" Target="../tags/tag176.xml"/><Relationship Id="rId5" Type="http://schemas.openxmlformats.org/officeDocument/2006/relationships/tags" Target="../tags/tag175.xml"/><Relationship Id="rId4" Type="http://schemas.openxmlformats.org/officeDocument/2006/relationships/tags" Target="../tags/tag174.xml"/><Relationship Id="rId3" Type="http://schemas.openxmlformats.org/officeDocument/2006/relationships/tags" Target="../tags/tag173.xml"/><Relationship Id="rId2" Type="http://schemas.openxmlformats.org/officeDocument/2006/relationships/tags" Target="../tags/tag172.xml"/><Relationship Id="rId15" Type="http://schemas.openxmlformats.org/officeDocument/2006/relationships/slideLayout" Target="../slideLayouts/slideLayout9.xml"/><Relationship Id="rId14" Type="http://schemas.openxmlformats.org/officeDocument/2006/relationships/tags" Target="../tags/tag184.xml"/><Relationship Id="rId13" Type="http://schemas.openxmlformats.org/officeDocument/2006/relationships/tags" Target="../tags/tag183.xml"/><Relationship Id="rId12" Type="http://schemas.openxmlformats.org/officeDocument/2006/relationships/tags" Target="../tags/tag182.xml"/><Relationship Id="rId11" Type="http://schemas.openxmlformats.org/officeDocument/2006/relationships/tags" Target="../tags/tag181.xml"/><Relationship Id="rId10" Type="http://schemas.openxmlformats.org/officeDocument/2006/relationships/tags" Target="../tags/tag180.xml"/><Relationship Id="rId1" Type="http://schemas.openxmlformats.org/officeDocument/2006/relationships/tags" Target="../tags/tag171.xml"/></Relationships>
</file>

<file path=ppt/slides/_rels/slide7.xml.rels><?xml version="1.0" encoding="UTF-8" standalone="yes"?>
<Relationships xmlns="http://schemas.openxmlformats.org/package/2006/relationships"><Relationship Id="rId9" Type="http://schemas.openxmlformats.org/officeDocument/2006/relationships/tags" Target="../tags/tag193.xml"/><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7" Type="http://schemas.openxmlformats.org/officeDocument/2006/relationships/notesSlide" Target="../notesSlides/notesSlide5.xml"/><Relationship Id="rId16" Type="http://schemas.openxmlformats.org/officeDocument/2006/relationships/slideLayout" Target="../slideLayouts/slideLayout9.xml"/><Relationship Id="rId15" Type="http://schemas.openxmlformats.org/officeDocument/2006/relationships/tags" Target="../tags/tag199.xml"/><Relationship Id="rId14" Type="http://schemas.openxmlformats.org/officeDocument/2006/relationships/tags" Target="../tags/tag198.xml"/><Relationship Id="rId13" Type="http://schemas.openxmlformats.org/officeDocument/2006/relationships/tags" Target="../tags/tag197.xml"/><Relationship Id="rId12" Type="http://schemas.openxmlformats.org/officeDocument/2006/relationships/tags" Target="../tags/tag196.xml"/><Relationship Id="rId11" Type="http://schemas.openxmlformats.org/officeDocument/2006/relationships/tags" Target="../tags/tag195.xml"/><Relationship Id="rId10" Type="http://schemas.openxmlformats.org/officeDocument/2006/relationships/tags" Target="../tags/tag194.xml"/><Relationship Id="rId1" Type="http://schemas.openxmlformats.org/officeDocument/2006/relationships/tags" Target="../tags/tag185.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9.xml"/><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9.xml"/><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9.xml"/><Relationship Id="rId5" Type="http://schemas.openxmlformats.org/officeDocument/2006/relationships/tags" Target="../tags/tag209.xml"/><Relationship Id="rId4" Type="http://schemas.openxmlformats.org/officeDocument/2006/relationships/image" Target="../media/image5.png"/><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tags" Target="../tags/tag206.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9.xml"/><Relationship Id="rId4" Type="http://schemas.openxmlformats.org/officeDocument/2006/relationships/tags" Target="../tags/tag212.xml"/><Relationship Id="rId3" Type="http://schemas.openxmlformats.org/officeDocument/2006/relationships/image" Target="../media/image6.png"/><Relationship Id="rId2" Type="http://schemas.openxmlformats.org/officeDocument/2006/relationships/tags" Target="../tags/tag211.xml"/><Relationship Id="rId1" Type="http://schemas.openxmlformats.org/officeDocument/2006/relationships/tags" Target="../tags/tag210.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9.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image" Target="../media/image7.png"/><Relationship Id="rId1" Type="http://schemas.openxmlformats.org/officeDocument/2006/relationships/tags" Target="../tags/tag213.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9.xml"/><Relationship Id="rId7" Type="http://schemas.openxmlformats.org/officeDocument/2006/relationships/tags" Target="../tags/tag222.xml"/><Relationship Id="rId6" Type="http://schemas.openxmlformats.org/officeDocument/2006/relationships/tags" Target="../tags/tag221.xml"/><Relationship Id="rId5" Type="http://schemas.openxmlformats.org/officeDocument/2006/relationships/tags" Target="../tags/tag220.xml"/><Relationship Id="rId4" Type="http://schemas.openxmlformats.org/officeDocument/2006/relationships/tags" Target="../tags/tag219.xml"/><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109538" y="143510"/>
            <a:ext cx="5705475" cy="1322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2800" b="1">
                <a:gradFill>
                  <a:gsLst>
                    <a:gs pos="50000">
                      <a:srgbClr val="ECCFCB"/>
                    </a:gs>
                    <a:gs pos="0">
                      <a:srgbClr val="F2DFDC"/>
                    </a:gs>
                    <a:gs pos="100000">
                      <a:srgbClr val="E5BEB9"/>
                    </a:gs>
                  </a:gsLst>
                  <a:lin scaled="1"/>
                </a:gradFill>
                <a:effectLst/>
                <a:sym typeface="+mn-ea"/>
              </a:rPr>
              <a:t>最</a:t>
            </a:r>
            <a:r>
              <a:rPr lang="zh-CN" altLang="en-US" sz="2800" b="1">
                <a:gradFill>
                  <a:gsLst>
                    <a:gs pos="50000">
                      <a:srgbClr val="ECCFCB"/>
                    </a:gs>
                    <a:gs pos="0">
                      <a:srgbClr val="F2DFDC"/>
                    </a:gs>
                    <a:gs pos="100000">
                      <a:srgbClr val="E5BEB9"/>
                    </a:gs>
                  </a:gsLst>
                  <a:lin scaled="1"/>
                </a:gradFill>
                <a:effectLst/>
                <a:latin typeface="方正粗黑宋简体" panose="02000000000000000000" pitchFamily="2" charset="-122"/>
                <a:ea typeface="方正粗黑宋简体" panose="02000000000000000000" pitchFamily="2" charset="-122"/>
                <a:sym typeface="+mn-ea"/>
              </a:rPr>
              <a:t>新</a:t>
            </a:r>
            <a:r>
              <a:rPr lang="zh-CN" altLang="en-US" sz="2800" b="1">
                <a:gradFill>
                  <a:gsLst>
                    <a:gs pos="50000">
                      <a:srgbClr val="ECCFCB"/>
                    </a:gs>
                    <a:gs pos="0">
                      <a:srgbClr val="F2DFDC"/>
                    </a:gs>
                    <a:gs pos="100000">
                      <a:srgbClr val="E5BEB9"/>
                    </a:gs>
                  </a:gsLst>
                  <a:lin scaled="1"/>
                </a:gradFill>
                <a:effectLst/>
                <a:sym typeface="+mn-ea"/>
              </a:rPr>
              <a:t>修订版</a:t>
            </a:r>
            <a:r>
              <a:rPr lang="zh-CN" altLang="en-US" sz="8000" b="1" spc="-300" dirty="0">
                <a:solidFill>
                  <a:srgbClr val="FFC0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sym typeface="+mn-ea"/>
              </a:rPr>
              <a:t>化学</a:t>
            </a:r>
            <a:r>
              <a:rPr lang="zh-CN" altLang="en-US" sz="2800" b="1">
                <a:solidFill>
                  <a:schemeClr val="accent5">
                    <a:lumMod val="40000"/>
                    <a:lumOff val="60000"/>
                  </a:schemeClr>
                </a:solidFill>
                <a:effectLst/>
                <a:sym typeface="+mn-ea"/>
              </a:rPr>
              <a:t>九年级全册</a:t>
            </a:r>
            <a:endParaRPr lang="zh-CN" altLang="en-US" sz="2800" b="1" spc="-300" dirty="0">
              <a:solidFill>
                <a:schemeClr val="bg1"/>
              </a:solidFill>
              <a:latin typeface="楷体" panose="02010609060101010101" charset="-122"/>
              <a:ea typeface="楷体" panose="02010609060101010101" charset="-122"/>
              <a:sym typeface="+mn-ea"/>
            </a:endParaRPr>
          </a:p>
        </p:txBody>
      </p:sp>
      <p:sp>
        <p:nvSpPr>
          <p:cNvPr id="5" name="标题 4"/>
          <p:cNvSpPr>
            <a:spLocks noGrp="1"/>
          </p:cNvSpPr>
          <p:nvPr>
            <p:ph type="ctrTitle"/>
            <p:custDataLst>
              <p:tags r:id="rId2"/>
            </p:custDataLst>
          </p:nvPr>
        </p:nvSpPr>
        <p:spPr>
          <a:xfrm>
            <a:off x="2500249" y="2215489"/>
            <a:ext cx="8111490" cy="784860"/>
          </a:xfrm>
        </p:spPr>
        <p:txBody>
          <a:bodyPr wrap="none">
            <a:spAutoFit/>
          </a:bodyPr>
          <a:lstStyle/>
          <a:p>
            <a:pPr algn="ctr"/>
            <a:r>
              <a:rPr lang="zh-CN" altLang="en-US" sz="4800" b="1">
                <a:latin typeface="汉仪大隶书简" panose="02010600000101010101" charset="-122"/>
                <a:ea typeface="汉仪大隶书简" panose="02010600000101010101" charset="-122"/>
                <a:cs typeface="汉仪大隶书简" panose="02010600000101010101" charset="-122"/>
              </a:rPr>
              <a:t>第三单元 身边的化学物质</a:t>
            </a:r>
            <a:endParaRPr lang="zh-CN" altLang="en-US" sz="4800" b="1">
              <a:latin typeface="汉仪大隶书简" panose="02010600000101010101" charset="-122"/>
              <a:ea typeface="汉仪大隶书简" panose="02010600000101010101" charset="-122"/>
              <a:cs typeface="汉仪大隶书简" panose="02010600000101010101" charset="-122"/>
            </a:endParaRPr>
          </a:p>
        </p:txBody>
      </p:sp>
      <p:grpSp>
        <p:nvGrpSpPr>
          <p:cNvPr id="4" name="组合 3"/>
          <p:cNvGrpSpPr/>
          <p:nvPr/>
        </p:nvGrpSpPr>
        <p:grpSpPr>
          <a:xfrm>
            <a:off x="3519424" y="3340074"/>
            <a:ext cx="6073140" cy="1691005"/>
            <a:chOff x="3793" y="4917"/>
            <a:chExt cx="9564" cy="2663"/>
          </a:xfrm>
        </p:grpSpPr>
        <p:sp>
          <p:nvSpPr>
            <p:cNvPr id="2" name="文本框 1"/>
            <p:cNvSpPr txBox="1"/>
            <p:nvPr/>
          </p:nvSpPr>
          <p:spPr>
            <a:xfrm>
              <a:off x="6739" y="5375"/>
              <a:ext cx="2353" cy="580"/>
            </a:xfrm>
            <a:prstGeom prst="rect">
              <a:avLst/>
            </a:prstGeom>
            <a:solidFill>
              <a:schemeClr val="bg1"/>
            </a:solidFill>
          </p:spPr>
          <p:txBody>
            <a:bodyPr wrap="square" rtlCol="0">
              <a:spAutoFit/>
            </a:bodyPr>
            <a:p>
              <a:endParaRPr lang="zh-CN" altLang="en-US"/>
            </a:p>
          </p:txBody>
        </p:sp>
        <p:sp>
          <p:nvSpPr>
            <p:cNvPr id="3" name="文本框 2"/>
            <p:cNvSpPr txBox="1"/>
            <p:nvPr>
              <p:custDataLst>
                <p:tags r:id="rId3"/>
              </p:custDataLst>
            </p:nvPr>
          </p:nvSpPr>
          <p:spPr>
            <a:xfrm>
              <a:off x="3793" y="4917"/>
              <a:ext cx="9564" cy="2663"/>
            </a:xfrm>
            <a:prstGeom prst="rect">
              <a:avLst/>
            </a:prstGeom>
            <a:noFill/>
          </p:spPr>
          <p:txBody>
            <a:bodyPr wrap="none" rtlCol="0">
              <a:spAutoFit/>
            </a:bodyPr>
            <a:lstStyle/>
            <a:p>
              <a:pPr algn="ctr">
                <a:lnSpc>
                  <a:spcPct val="130000"/>
                </a:lnSpc>
                <a:defRPr/>
              </a:pPr>
              <a:r>
                <a:rPr lang="zh-CN" sz="44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Times New Roman" panose="02020603050405020304" pitchFamily="18" charset="0"/>
                  <a:ea typeface="方正粗黑宋简体" panose="02000000000000000000" pitchFamily="2" charset="-122"/>
                  <a:cs typeface="Times New Roman" panose="02020603050405020304" pitchFamily="18" charset="0"/>
                  <a:sym typeface="+mn-ea"/>
                </a:rPr>
                <a:t>四、碳 和 碳 的 氧 化 物</a:t>
              </a:r>
              <a:endParaRPr lang="zh-CN" sz="44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Times New Roman" panose="02020603050405020304" pitchFamily="18" charset="0"/>
                <a:ea typeface="方正粗黑宋简体" panose="02000000000000000000" pitchFamily="2" charset="-122"/>
                <a:cs typeface="Times New Roman" panose="02020603050405020304" pitchFamily="18" charset="0"/>
                <a:sym typeface="+mn-ea"/>
              </a:endParaRPr>
            </a:p>
            <a:p>
              <a:pPr algn="ctr">
                <a:lnSpc>
                  <a:spcPct val="130000"/>
                </a:lnSpc>
                <a:defRPr/>
              </a:pPr>
              <a:r>
                <a:rPr lang="zh-CN" altLang="en-US" sz="36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方正粗黑宋简体" panose="02000000000000000000" pitchFamily="2" charset="-122"/>
                  <a:ea typeface="方正粗黑宋简体" panose="02000000000000000000" pitchFamily="2" charset="-122"/>
                  <a:sym typeface="+mn-ea"/>
                </a:rPr>
                <a:t>—复习导航、例题</a:t>
              </a:r>
              <a:endParaRPr lang="en-US" altLang="zh-CN" sz="36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Times New Roman" panose="02020603050405020304" pitchFamily="18" charset="0"/>
                <a:ea typeface="汉仪铁山隶书繁" panose="00020600040101010101" charset="-122"/>
                <a:cs typeface="汉仪铁山隶书繁" panose="00020600040101010101" charset="-122"/>
                <a:sym typeface="+mn-ea"/>
              </a:endParaRPr>
            </a:p>
          </p:txBody>
        </p:sp>
      </p:gr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490855" y="927735"/>
            <a:ext cx="11124000" cy="485267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80000"/>
              </a:lnSpc>
              <a:spcBef>
                <a:spcPts val="0"/>
              </a:spcBef>
              <a:spcAft>
                <a:spcPts val="0"/>
              </a:spcAft>
              <a:buClrTx/>
              <a:buSzTx/>
              <a:buFontTx/>
              <a:buNone/>
            </a:pP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①</a:t>
            </a:r>
            <a:r>
              <a:rPr kumimoji="0" sz="2500" b="1" i="0" u="sng">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zh-CN"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②</a:t>
            </a:r>
            <a:r>
              <a:rPr sz="2500" b="1" u="sng">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zh-CN"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③</a:t>
            </a:r>
            <a:r>
              <a:rPr sz="2500" b="1" u="sng">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zh-CN"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④</a:t>
            </a:r>
            <a:r>
              <a:rPr sz="2500" b="1" u="sng">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zh-CN"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⑤</a:t>
            </a:r>
            <a:r>
              <a:rPr sz="2500" b="1" u="sng">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zh-CN"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⑥ </a:t>
            </a:r>
            <a:r>
              <a:rPr sz="2500" b="1" u="sng">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zh-CN"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⑦</a:t>
            </a:r>
            <a:r>
              <a:rPr sz="2500" b="1" u="sng">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zh-CN"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lang="zh-CN"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⑧</a:t>
            </a:r>
            <a:r>
              <a:rPr sz="2500" b="1" u="sng">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zh-CN"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⑨</a:t>
            </a:r>
            <a:r>
              <a:rPr sz="2500" b="1" u="sng">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zh-CN"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lang="zh-CN"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⑩</a:t>
            </a:r>
            <a:r>
              <a:rPr sz="2500" b="1" u="sng">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zh-CN" sz="2500" b="1">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75000"/>
                    <a:lumOff val="2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490855" y="294342"/>
            <a:ext cx="857846" cy="533361"/>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rPr>
              <a:t>复习</a:t>
            </a:r>
            <a:endPar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grpSp>
        <p:nvGrpSpPr>
          <p:cNvPr id="19" name="组合 18"/>
          <p:cNvGrpSpPr/>
          <p:nvPr/>
        </p:nvGrpSpPr>
        <p:grpSpPr>
          <a:xfrm>
            <a:off x="6864985" y="1289685"/>
            <a:ext cx="4105235" cy="2315210"/>
            <a:chOff x="9551" y="185"/>
            <a:chExt cx="6465" cy="3646"/>
          </a:xfrm>
        </p:grpSpPr>
        <p:cxnSp>
          <p:nvCxnSpPr>
            <p:cNvPr id="12" name="直接箭头连接符 11"/>
            <p:cNvCxnSpPr/>
            <p:nvPr/>
          </p:nvCxnSpPr>
          <p:spPr>
            <a:xfrm flipV="1">
              <a:off x="10922" y="711"/>
              <a:ext cx="1414" cy="1100"/>
            </a:xfrm>
            <a:prstGeom prst="straightConnector1">
              <a:avLst/>
            </a:prstGeom>
            <a:ln w="25400" cap="flat" cmpd="sng">
              <a:solidFill>
                <a:srgbClr val="000000"/>
              </a:solidFill>
              <a:prstDash val="solid"/>
              <a:headEnd type="none" w="med" len="med"/>
              <a:tailEnd type="triangle" w="med" len="med"/>
            </a:ln>
          </p:spPr>
        </p:cxnSp>
        <p:grpSp>
          <p:nvGrpSpPr>
            <p:cNvPr id="18" name="组合 17"/>
            <p:cNvGrpSpPr/>
            <p:nvPr/>
          </p:nvGrpSpPr>
          <p:grpSpPr>
            <a:xfrm>
              <a:off x="9551" y="185"/>
              <a:ext cx="6465" cy="3646"/>
              <a:chOff x="9551" y="185"/>
              <a:chExt cx="6465" cy="3646"/>
            </a:xfrm>
          </p:grpSpPr>
          <p:grpSp>
            <p:nvGrpSpPr>
              <p:cNvPr id="7" name="组合 6"/>
              <p:cNvGrpSpPr/>
              <p:nvPr/>
            </p:nvGrpSpPr>
            <p:grpSpPr>
              <a:xfrm>
                <a:off x="11737" y="2288"/>
                <a:ext cx="1849" cy="1543"/>
                <a:chOff x="11737" y="2288"/>
                <a:chExt cx="1849" cy="1543"/>
              </a:xfrm>
            </p:grpSpPr>
            <p:cxnSp>
              <p:nvCxnSpPr>
                <p:cNvPr id="3" name="直接箭头连接符 2"/>
                <p:cNvCxnSpPr/>
                <p:nvPr/>
              </p:nvCxnSpPr>
              <p:spPr>
                <a:xfrm flipH="1">
                  <a:off x="12723" y="2313"/>
                  <a:ext cx="1" cy="845"/>
                </a:xfrm>
                <a:prstGeom prst="straightConnector1">
                  <a:avLst/>
                </a:prstGeom>
                <a:ln w="25400" cap="flat" cmpd="sng">
                  <a:solidFill>
                    <a:srgbClr val="000000"/>
                  </a:solidFill>
                  <a:prstDash val="solid"/>
                  <a:headEnd type="none" w="med" len="med"/>
                  <a:tailEnd type="triangle" w="med" len="med"/>
                </a:ln>
              </p:spPr>
            </p:cxnSp>
            <p:cxnSp>
              <p:nvCxnSpPr>
                <p:cNvPr id="4" name="直接箭头连接符 3"/>
                <p:cNvCxnSpPr/>
                <p:nvPr/>
              </p:nvCxnSpPr>
              <p:spPr>
                <a:xfrm rot="10800000" flipH="1">
                  <a:off x="12584" y="2288"/>
                  <a:ext cx="1" cy="845"/>
                </a:xfrm>
                <a:prstGeom prst="straightConnector1">
                  <a:avLst/>
                </a:prstGeom>
                <a:ln w="25400" cap="flat" cmpd="sng">
                  <a:solidFill>
                    <a:srgbClr val="000000"/>
                  </a:solidFill>
                  <a:prstDash val="solid"/>
                  <a:headEnd type="none" w="med" len="med"/>
                  <a:tailEnd type="triangle" w="med" len="med"/>
                </a:ln>
              </p:spPr>
            </p:cxnSp>
            <p:sp>
              <p:nvSpPr>
                <p:cNvPr id="6" name="矩形 5"/>
                <p:cNvSpPr/>
                <p:nvPr/>
              </p:nvSpPr>
              <p:spPr>
                <a:xfrm>
                  <a:off x="11737" y="3106"/>
                  <a:ext cx="1849" cy="725"/>
                </a:xfrm>
                <a:prstGeom prst="rect">
                  <a:avLst/>
                </a:prstGeom>
                <a:ln w="25400" cap="flat" cmpd="sng">
                  <a:noFill/>
                  <a:prstDash val="solid"/>
                  <a:headEnd type="none" w="med" len="med"/>
                  <a:tailEnd type="triangle" w="med" len="med"/>
                </a:ln>
              </p:spPr>
              <p:txBody>
                <a:bodyPr wrap="square">
                  <a:spAutoFit/>
                </a:bodyPr>
                <a:p>
                  <a:r>
                    <a:rPr lang="en-US" altLang="zh-CN" sz="2400">
                      <a:latin typeface="Times New Roman" panose="02020603050405020304" pitchFamily="18" charset="0"/>
                      <a:cs typeface="Times New Roman" panose="02020603050405020304" pitchFamily="18" charset="0"/>
                    </a:rPr>
                    <a:t>Na</a:t>
                  </a:r>
                  <a:r>
                    <a:rPr lang="zh-CN" altLang="en-US" sz="2400" baseline="-250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CO</a:t>
                  </a:r>
                  <a:r>
                    <a:rPr lang="zh-CN" altLang="en-US" sz="2400" baseline="-25000">
                      <a:latin typeface="Times New Roman" panose="02020603050405020304" pitchFamily="18" charset="0"/>
                      <a:cs typeface="Times New Roman" panose="02020603050405020304" pitchFamily="18" charset="0"/>
                    </a:rPr>
                    <a:t>3</a:t>
                  </a:r>
                  <a:endParaRPr lang="zh-CN" altLang="en-US" sz="2400" baseline="-25000">
                    <a:latin typeface="Times New Roman" panose="02020603050405020304" pitchFamily="18" charset="0"/>
                    <a:cs typeface="Times New Roman" panose="02020603050405020304" pitchFamily="18" charset="0"/>
                  </a:endParaRPr>
                </a:p>
              </p:txBody>
            </p:sp>
          </p:grpSp>
          <p:grpSp>
            <p:nvGrpSpPr>
              <p:cNvPr id="17" name="组合 16"/>
              <p:cNvGrpSpPr/>
              <p:nvPr/>
            </p:nvGrpSpPr>
            <p:grpSpPr>
              <a:xfrm>
                <a:off x="9551" y="185"/>
                <a:ext cx="6465" cy="3340"/>
                <a:chOff x="9551" y="185"/>
                <a:chExt cx="6465" cy="3340"/>
              </a:xfrm>
            </p:grpSpPr>
            <p:grpSp>
              <p:nvGrpSpPr>
                <p:cNvPr id="14" name="组合 13"/>
                <p:cNvGrpSpPr/>
                <p:nvPr/>
              </p:nvGrpSpPr>
              <p:grpSpPr>
                <a:xfrm>
                  <a:off x="9551" y="185"/>
                  <a:ext cx="6465" cy="3340"/>
                  <a:chOff x="9551" y="185"/>
                  <a:chExt cx="6465" cy="3340"/>
                </a:xfrm>
              </p:grpSpPr>
              <p:grpSp>
                <p:nvGrpSpPr>
                  <p:cNvPr id="1073742994" name="组合 1073742993"/>
                  <p:cNvGrpSpPr/>
                  <p:nvPr/>
                </p:nvGrpSpPr>
                <p:grpSpPr>
                  <a:xfrm>
                    <a:off x="10449" y="185"/>
                    <a:ext cx="5567" cy="3300"/>
                    <a:chOff x="1700" y="1752"/>
                    <a:chExt cx="3728" cy="1823"/>
                  </a:xfrm>
                </p:grpSpPr>
                <p:sp>
                  <p:nvSpPr>
                    <p:cNvPr id="1073742974" name="文本框 1073742973"/>
                    <p:cNvSpPr txBox="1"/>
                    <p:nvPr/>
                  </p:nvSpPr>
                  <p:spPr>
                    <a:xfrm>
                      <a:off x="2205" y="1950"/>
                      <a:ext cx="400" cy="883"/>
                    </a:xfrm>
                    <a:prstGeom prst="rect">
                      <a:avLst/>
                    </a:prstGeom>
                    <a:noFill/>
                    <a:ln w="9525">
                      <a:noFill/>
                    </a:ln>
                  </p:spPr>
                  <p:txBody>
                    <a:bodyPr>
                      <a:spAutoFit/>
                    </a:bodyPr>
                    <a:p>
                      <a:pPr>
                        <a:lnSpc>
                          <a:spcPct val="100000"/>
                        </a:lnSpc>
                      </a:pPr>
                      <a:r>
                        <a:rPr lang="zh-CN" altLang="en-US" sz="2200">
                          <a:uFillTx/>
                          <a:latin typeface="微软雅黑" panose="020B0503020204020204" pitchFamily="34" charset="-122"/>
                          <a:ea typeface="微软雅黑" panose="020B0503020204020204" pitchFamily="34" charset="-122"/>
                        </a:rPr>
                        <a:t>①</a:t>
                      </a:r>
                      <a:endParaRPr lang="zh-CN" altLang="en-US" sz="2200">
                        <a:uFillTx/>
                        <a:latin typeface="微软雅黑" panose="020B0503020204020204" pitchFamily="34" charset="-122"/>
                        <a:ea typeface="微软雅黑" panose="020B0503020204020204" pitchFamily="34" charset="-122"/>
                      </a:endParaRPr>
                    </a:p>
                    <a:p>
                      <a:pPr>
                        <a:lnSpc>
                          <a:spcPct val="150000"/>
                        </a:lnSpc>
                      </a:pPr>
                      <a:r>
                        <a:rPr lang="zh-CN" altLang="en-US" sz="2200">
                          <a:uFillTx/>
                          <a:latin typeface="微软雅黑" panose="020B0503020204020204" pitchFamily="34" charset="-122"/>
                          <a:ea typeface="微软雅黑" panose="020B0503020204020204" pitchFamily="34" charset="-122"/>
                          <a:sym typeface="+mn-ea"/>
                        </a:rPr>
                        <a:t>②</a:t>
                      </a:r>
                      <a:endParaRPr lang="zh-CN" altLang="en-US" sz="2400"/>
                    </a:p>
                  </p:txBody>
                </p:sp>
                <p:cxnSp>
                  <p:nvCxnSpPr>
                    <p:cNvPr id="1073742987" name="直接箭头连接符 1073742986"/>
                    <p:cNvCxnSpPr/>
                    <p:nvPr/>
                  </p:nvCxnSpPr>
                  <p:spPr>
                    <a:xfrm flipV="1">
                      <a:off x="3123" y="2074"/>
                      <a:ext cx="0" cy="467"/>
                    </a:xfrm>
                    <a:prstGeom prst="straightConnector1">
                      <a:avLst/>
                    </a:prstGeom>
                    <a:ln w="25400" cap="flat" cmpd="sng">
                      <a:solidFill>
                        <a:srgbClr val="000000"/>
                      </a:solidFill>
                      <a:prstDash val="solid"/>
                      <a:headEnd type="none" w="med" len="med"/>
                      <a:tailEnd type="triangle" w="med" len="med"/>
                    </a:ln>
                  </p:spPr>
                </p:cxnSp>
                <p:sp>
                  <p:nvSpPr>
                    <p:cNvPr id="1073742959" name="文本框 1073742958"/>
                    <p:cNvSpPr txBox="1"/>
                    <p:nvPr/>
                  </p:nvSpPr>
                  <p:spPr>
                    <a:xfrm>
                      <a:off x="2815" y="2542"/>
                      <a:ext cx="1125" cy="401"/>
                    </a:xfrm>
                    <a:prstGeom prst="rect">
                      <a:avLst/>
                    </a:prstGeom>
                    <a:noFill/>
                    <a:ln w="9525">
                      <a:noFill/>
                    </a:ln>
                  </p:spPr>
                  <p:txBody>
                    <a:bodyPr wrap="square">
                      <a:spAutoFit/>
                    </a:bodyPr>
                    <a:p>
                      <a:r>
                        <a:rPr lang="zh-CN" altLang="en-US" sz="2400">
                          <a:latin typeface="Times New Roman" panose="02020603050405020304" pitchFamily="18" charset="0"/>
                          <a:cs typeface="Times New Roman" panose="02020603050405020304" pitchFamily="18" charset="0"/>
                        </a:rPr>
                        <a:t>CO</a:t>
                      </a:r>
                      <a:r>
                        <a:rPr lang="zh-CN" altLang="en-US" sz="2400" baseline="-25000">
                          <a:latin typeface="Times New Roman" panose="02020603050405020304" pitchFamily="18" charset="0"/>
                          <a:cs typeface="Times New Roman" panose="02020603050405020304" pitchFamily="18" charset="0"/>
                        </a:rPr>
                        <a:t>2</a:t>
                      </a:r>
                      <a:endParaRPr lang="zh-CN" altLang="en-US" sz="2400" baseline="-25000">
                        <a:latin typeface="Times New Roman" panose="02020603050405020304" pitchFamily="18" charset="0"/>
                        <a:cs typeface="Times New Roman" panose="02020603050405020304" pitchFamily="18" charset="0"/>
                      </a:endParaRPr>
                    </a:p>
                  </p:txBody>
                </p:sp>
                <p:sp>
                  <p:nvSpPr>
                    <p:cNvPr id="1073742960" name="文本框 1073742959"/>
                    <p:cNvSpPr txBox="1"/>
                    <p:nvPr/>
                  </p:nvSpPr>
                  <p:spPr>
                    <a:xfrm>
                      <a:off x="2860" y="1752"/>
                      <a:ext cx="670" cy="401"/>
                    </a:xfrm>
                    <a:prstGeom prst="rect">
                      <a:avLst/>
                    </a:prstGeom>
                    <a:noFill/>
                    <a:ln w="9525">
                      <a:noFill/>
                    </a:ln>
                  </p:spPr>
                  <p:txBody>
                    <a:bodyPr>
                      <a:spAutoFit/>
                    </a:bodyPr>
                    <a:p>
                      <a:r>
                        <a:rPr lang="zh-CN" altLang="en-US" sz="2400">
                          <a:latin typeface="Times New Roman" panose="02020603050405020304" pitchFamily="18" charset="0"/>
                          <a:cs typeface="Times New Roman" panose="02020603050405020304" pitchFamily="18" charset="0"/>
                        </a:rPr>
                        <a:t>CO</a:t>
                      </a:r>
                      <a:endParaRPr lang="zh-CN" altLang="en-US"/>
                    </a:p>
                  </p:txBody>
                </p:sp>
                <p:sp>
                  <p:nvSpPr>
                    <p:cNvPr id="1073742963" name="文本框 1073742962"/>
                    <p:cNvSpPr txBox="1"/>
                    <p:nvPr/>
                  </p:nvSpPr>
                  <p:spPr>
                    <a:xfrm rot="3360000">
                      <a:off x="2012" y="2947"/>
                      <a:ext cx="814" cy="442"/>
                    </a:xfrm>
                    <a:prstGeom prst="rect">
                      <a:avLst/>
                    </a:prstGeom>
                    <a:noFill/>
                    <a:ln w="9525">
                      <a:noFill/>
                    </a:ln>
                  </p:spPr>
                  <p:txBody>
                    <a:bodyPr wrap="square">
                      <a:spAutoFit/>
                    </a:bodyPr>
                    <a:p>
                      <a:pPr>
                        <a:lnSpc>
                          <a:spcPct val="100000"/>
                        </a:lnSpc>
                      </a:pPr>
                      <a:r>
                        <a:rPr lang="zh-CN" altLang="en-US" sz="2200">
                          <a:solidFill>
                            <a:schemeClr val="tx1"/>
                          </a:solidFill>
                          <a:uFillTx/>
                        </a:rPr>
                        <a:t>⑤  </a:t>
                      </a:r>
                      <a:r>
                        <a:rPr lang="zh-CN" altLang="en-US" sz="2200">
                          <a:solidFill>
                            <a:schemeClr val="tx1"/>
                          </a:solidFill>
                          <a:uFillTx/>
                          <a:sym typeface="+mn-ea"/>
                        </a:rPr>
                        <a:t>⑥</a:t>
                      </a:r>
                      <a:endParaRPr lang="zh-CN" altLang="en-US" sz="2200">
                        <a:solidFill>
                          <a:schemeClr val="tx1"/>
                        </a:solidFill>
                        <a:uFillTx/>
                        <a:sym typeface="+mn-ea"/>
                      </a:endParaRPr>
                    </a:p>
                  </p:txBody>
                </p:sp>
                <p:cxnSp>
                  <p:nvCxnSpPr>
                    <p:cNvPr id="1073742964" name="直接箭头连接符 1073742963"/>
                    <p:cNvCxnSpPr/>
                    <p:nvPr/>
                  </p:nvCxnSpPr>
                  <p:spPr>
                    <a:xfrm>
                      <a:off x="2065" y="2728"/>
                      <a:ext cx="795" cy="1"/>
                    </a:xfrm>
                    <a:prstGeom prst="straightConnector1">
                      <a:avLst/>
                    </a:prstGeom>
                    <a:ln w="25400" cap="flat" cmpd="sng">
                      <a:solidFill>
                        <a:srgbClr val="000000"/>
                      </a:solidFill>
                      <a:prstDash val="solid"/>
                      <a:headEnd type="none" w="med" len="med"/>
                      <a:tailEnd type="triangle" w="med" len="med"/>
                    </a:ln>
                  </p:spPr>
                </p:cxnSp>
                <p:cxnSp>
                  <p:nvCxnSpPr>
                    <p:cNvPr id="1073742966" name="直接箭头连接符 1073742965"/>
                    <p:cNvCxnSpPr/>
                    <p:nvPr/>
                  </p:nvCxnSpPr>
                  <p:spPr>
                    <a:xfrm>
                      <a:off x="3505" y="2728"/>
                      <a:ext cx="720" cy="0"/>
                    </a:xfrm>
                    <a:prstGeom prst="straightConnector1">
                      <a:avLst/>
                    </a:prstGeom>
                    <a:ln w="25400" cap="flat" cmpd="sng">
                      <a:solidFill>
                        <a:srgbClr val="000000"/>
                      </a:solidFill>
                      <a:prstDash val="solid"/>
                      <a:headEnd type="none" w="med" len="med"/>
                      <a:tailEnd type="triangle" w="med" len="med"/>
                    </a:ln>
                  </p:spPr>
                </p:cxnSp>
                <p:cxnSp>
                  <p:nvCxnSpPr>
                    <p:cNvPr id="1073742967" name="直接箭头连接符 1073742966"/>
                    <p:cNvCxnSpPr/>
                    <p:nvPr/>
                  </p:nvCxnSpPr>
                  <p:spPr>
                    <a:xfrm flipH="1">
                      <a:off x="3475" y="2789"/>
                      <a:ext cx="750" cy="1"/>
                    </a:xfrm>
                    <a:prstGeom prst="straightConnector1">
                      <a:avLst/>
                    </a:prstGeom>
                    <a:ln w="25400" cap="flat" cmpd="sng">
                      <a:solidFill>
                        <a:srgbClr val="000000"/>
                      </a:solidFill>
                      <a:prstDash val="solid"/>
                      <a:headEnd type="none" w="med" len="med"/>
                      <a:tailEnd type="triangle" w="med" len="med"/>
                    </a:ln>
                  </p:spPr>
                </p:cxnSp>
                <p:cxnSp>
                  <p:nvCxnSpPr>
                    <p:cNvPr id="1073742971" name="直接箭头连接符 1073742970"/>
                    <p:cNvCxnSpPr/>
                    <p:nvPr/>
                  </p:nvCxnSpPr>
                  <p:spPr>
                    <a:xfrm>
                      <a:off x="3222" y="2114"/>
                      <a:ext cx="1" cy="467"/>
                    </a:xfrm>
                    <a:prstGeom prst="straightConnector1">
                      <a:avLst/>
                    </a:prstGeom>
                    <a:ln w="25400" cap="flat" cmpd="sng">
                      <a:solidFill>
                        <a:srgbClr val="000000"/>
                      </a:solidFill>
                      <a:prstDash val="solid"/>
                      <a:headEnd type="none" w="med" len="med"/>
                      <a:tailEnd type="triangle" w="med" len="med"/>
                    </a:ln>
                  </p:spPr>
                </p:cxnSp>
                <p:sp>
                  <p:nvSpPr>
                    <p:cNvPr id="1073742972" name="矩形 1073742971"/>
                    <p:cNvSpPr/>
                    <p:nvPr/>
                  </p:nvSpPr>
                  <p:spPr>
                    <a:xfrm>
                      <a:off x="4190" y="2541"/>
                      <a:ext cx="1238" cy="401"/>
                    </a:xfrm>
                    <a:prstGeom prst="rect">
                      <a:avLst/>
                    </a:prstGeom>
                    <a:ln w="25400" cap="flat" cmpd="sng">
                      <a:noFill/>
                      <a:prstDash val="solid"/>
                      <a:headEnd type="none" w="med" len="med"/>
                      <a:tailEnd type="triangle" w="med" len="med"/>
                    </a:ln>
                  </p:spPr>
                  <p:txBody>
                    <a:bodyPr wrap="square">
                      <a:spAutoFit/>
                    </a:bodyPr>
                    <a:p>
                      <a:r>
                        <a:rPr lang="zh-CN" altLang="en-US" sz="2400">
                          <a:latin typeface="Times New Roman" panose="02020603050405020304" pitchFamily="18" charset="0"/>
                          <a:cs typeface="Times New Roman" panose="02020603050405020304" pitchFamily="18" charset="0"/>
                        </a:rPr>
                        <a:t>H</a:t>
                      </a:r>
                      <a:r>
                        <a:rPr lang="zh-CN" altLang="en-US" sz="2400" baseline="-250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CO</a:t>
                      </a:r>
                      <a:r>
                        <a:rPr lang="zh-CN" altLang="en-US" sz="2400" baseline="-25000">
                          <a:latin typeface="Times New Roman" panose="02020603050405020304" pitchFamily="18" charset="0"/>
                          <a:cs typeface="Times New Roman" panose="02020603050405020304" pitchFamily="18" charset="0"/>
                        </a:rPr>
                        <a:t>3</a:t>
                      </a:r>
                      <a:endParaRPr lang="zh-CN" altLang="en-US" sz="2400" baseline="-25000">
                        <a:latin typeface="Times New Roman" panose="02020603050405020304" pitchFamily="18" charset="0"/>
                        <a:cs typeface="Times New Roman" panose="02020603050405020304" pitchFamily="18" charset="0"/>
                      </a:endParaRPr>
                    </a:p>
                  </p:txBody>
                </p:sp>
                <p:sp>
                  <p:nvSpPr>
                    <p:cNvPr id="1073742975" name="文本框 1073742974"/>
                    <p:cNvSpPr txBox="1"/>
                    <p:nvPr/>
                  </p:nvSpPr>
                  <p:spPr>
                    <a:xfrm>
                      <a:off x="2690" y="2088"/>
                      <a:ext cx="1025" cy="374"/>
                    </a:xfrm>
                    <a:prstGeom prst="rect">
                      <a:avLst/>
                    </a:prstGeom>
                    <a:noFill/>
                    <a:ln w="9525">
                      <a:noFill/>
                    </a:ln>
                  </p:spPr>
                  <p:txBody>
                    <a:bodyPr wrap="square">
                      <a:spAutoFit/>
                    </a:bodyPr>
                    <a:p>
                      <a:pPr>
                        <a:lnSpc>
                          <a:spcPct val="100000"/>
                        </a:lnSpc>
                      </a:pPr>
                      <a:r>
                        <a:rPr lang="zh-CN" altLang="en-US" sz="2200">
                          <a:solidFill>
                            <a:schemeClr val="tx1"/>
                          </a:solidFill>
                          <a:uFillTx/>
                          <a:latin typeface="Times New Roman" panose="02020603050405020304" pitchFamily="18" charset="0"/>
                        </a:rPr>
                        <a:t>③  </a:t>
                      </a:r>
                      <a:r>
                        <a:rPr lang="zh-CN" altLang="en-US" sz="2200">
                          <a:solidFill>
                            <a:schemeClr val="tx1"/>
                          </a:solidFill>
                          <a:uFillTx/>
                          <a:sym typeface="+mn-ea"/>
                        </a:rPr>
                        <a:t>④</a:t>
                      </a:r>
                      <a:endParaRPr lang="zh-CN" altLang="en-US" sz="2200">
                        <a:solidFill>
                          <a:schemeClr val="tx1"/>
                        </a:solidFill>
                        <a:uFillTx/>
                        <a:latin typeface="Times New Roman" panose="02020603050405020304" pitchFamily="18" charset="0"/>
                        <a:sym typeface="+mn-ea"/>
                      </a:endParaRPr>
                    </a:p>
                  </p:txBody>
                </p:sp>
                <p:sp>
                  <p:nvSpPr>
                    <p:cNvPr id="1073742982" name="文本框 1073742981"/>
                    <p:cNvSpPr txBox="1"/>
                    <p:nvPr/>
                  </p:nvSpPr>
                  <p:spPr>
                    <a:xfrm>
                      <a:off x="1700" y="2555"/>
                      <a:ext cx="494" cy="401"/>
                    </a:xfrm>
                    <a:prstGeom prst="rect">
                      <a:avLst/>
                    </a:prstGeom>
                    <a:noFill/>
                    <a:ln w="9525">
                      <a:noFill/>
                    </a:ln>
                  </p:spPr>
                  <p:txBody>
                    <a:bodyPr wrap="square">
                      <a:spAutoFit/>
                    </a:bodyPr>
                    <a:p>
                      <a:r>
                        <a:rPr lang="zh-CN" altLang="en-US" sz="2400">
                          <a:latin typeface="Times New Roman" panose="02020603050405020304" pitchFamily="18" charset="0"/>
                          <a:cs typeface="Times New Roman" panose="02020603050405020304" pitchFamily="18" charset="0"/>
                        </a:rPr>
                        <a:t>C</a:t>
                      </a:r>
                      <a:endParaRPr lang="zh-CN" altLang="en-US" sz="2400" baseline="-25000">
                        <a:latin typeface="Times New Roman" panose="02020603050405020304" pitchFamily="18" charset="0"/>
                        <a:cs typeface="Times New Roman" panose="02020603050405020304" pitchFamily="18" charset="0"/>
                      </a:endParaRPr>
                    </a:p>
                  </p:txBody>
                </p:sp>
              </p:grpSp>
              <p:grpSp>
                <p:nvGrpSpPr>
                  <p:cNvPr id="13" name="组合 12"/>
                  <p:cNvGrpSpPr/>
                  <p:nvPr/>
                </p:nvGrpSpPr>
                <p:grpSpPr>
                  <a:xfrm>
                    <a:off x="9551" y="2183"/>
                    <a:ext cx="2730" cy="1342"/>
                    <a:chOff x="9551" y="2183"/>
                    <a:chExt cx="2730" cy="1342"/>
                  </a:xfrm>
                </p:grpSpPr>
                <p:sp>
                  <p:nvSpPr>
                    <p:cNvPr id="8" name="文本框 7"/>
                    <p:cNvSpPr txBox="1"/>
                    <p:nvPr/>
                  </p:nvSpPr>
                  <p:spPr>
                    <a:xfrm>
                      <a:off x="9551" y="2799"/>
                      <a:ext cx="1701" cy="726"/>
                    </a:xfrm>
                    <a:prstGeom prst="rect">
                      <a:avLst/>
                    </a:prstGeom>
                    <a:noFill/>
                    <a:ln w="9525">
                      <a:noFill/>
                    </a:ln>
                  </p:spPr>
                  <p:txBody>
                    <a:bodyPr wrap="square">
                      <a:spAutoFit/>
                    </a:bodyPr>
                    <a:p>
                      <a:r>
                        <a:rPr lang="zh-CN" altLang="en-US" sz="2400">
                          <a:latin typeface="Times New Roman" panose="02020603050405020304" pitchFamily="18" charset="0"/>
                          <a:cs typeface="Times New Roman" panose="02020603050405020304" pitchFamily="18" charset="0"/>
                        </a:rPr>
                        <a:t>CaCO</a:t>
                      </a:r>
                      <a:r>
                        <a:rPr lang="zh-CN" altLang="en-US" sz="2400" baseline="-25000">
                          <a:latin typeface="Times New Roman" panose="02020603050405020304" pitchFamily="18" charset="0"/>
                          <a:cs typeface="Times New Roman" panose="02020603050405020304" pitchFamily="18" charset="0"/>
                        </a:rPr>
                        <a:t>3</a:t>
                      </a:r>
                      <a:endParaRPr lang="zh-CN" altLang="en-US" sz="2400" baseline="-25000">
                        <a:latin typeface="Times New Roman" panose="02020603050405020304" pitchFamily="18" charset="0"/>
                        <a:cs typeface="Times New Roman" panose="02020603050405020304" pitchFamily="18" charset="0"/>
                      </a:endParaRPr>
                    </a:p>
                  </p:txBody>
                </p:sp>
                <p:grpSp>
                  <p:nvGrpSpPr>
                    <p:cNvPr id="11" name="组合 10"/>
                    <p:cNvGrpSpPr/>
                    <p:nvPr/>
                  </p:nvGrpSpPr>
                  <p:grpSpPr>
                    <a:xfrm flipH="1">
                      <a:off x="11068" y="2183"/>
                      <a:ext cx="1213" cy="874"/>
                      <a:chOff x="13300" y="2264"/>
                      <a:chExt cx="1059" cy="874"/>
                    </a:xfrm>
                  </p:grpSpPr>
                  <p:cxnSp>
                    <p:nvCxnSpPr>
                      <p:cNvPr id="9" name="直接箭头连接符 8"/>
                      <p:cNvCxnSpPr/>
                      <p:nvPr/>
                    </p:nvCxnSpPr>
                    <p:spPr>
                      <a:xfrm flipH="1" flipV="1">
                        <a:off x="13300" y="2264"/>
                        <a:ext cx="1053" cy="726"/>
                      </a:xfrm>
                      <a:prstGeom prst="straightConnector1">
                        <a:avLst/>
                      </a:prstGeom>
                      <a:ln w="25400" cap="flat" cmpd="sng">
                        <a:solidFill>
                          <a:srgbClr val="000000"/>
                        </a:solidFill>
                        <a:prstDash val="solid"/>
                        <a:headEnd type="none" w="med" len="med"/>
                        <a:tailEnd type="triangle" w="med" len="med"/>
                      </a:ln>
                    </p:spPr>
                  </p:cxnSp>
                  <p:cxnSp>
                    <p:nvCxnSpPr>
                      <p:cNvPr id="10" name="直接箭头连接符 9"/>
                      <p:cNvCxnSpPr/>
                      <p:nvPr/>
                    </p:nvCxnSpPr>
                    <p:spPr>
                      <a:xfrm flipH="1" flipV="1">
                        <a:off x="13306" y="2412"/>
                        <a:ext cx="1053" cy="726"/>
                      </a:xfrm>
                      <a:prstGeom prst="straightConnector1">
                        <a:avLst/>
                      </a:prstGeom>
                      <a:ln w="25400" cap="flat" cmpd="sng">
                        <a:solidFill>
                          <a:srgbClr val="000000"/>
                        </a:solidFill>
                        <a:prstDash val="solid"/>
                        <a:headEnd type="triangle" w="med" len="lg"/>
                        <a:tailEnd type="none" w="med" len="med"/>
                      </a:ln>
                    </p:spPr>
                  </p:cxnSp>
                </p:grpSp>
              </p:grpSp>
            </p:grpSp>
            <p:sp>
              <p:nvSpPr>
                <p:cNvPr id="15" name="文本框 14"/>
                <p:cNvSpPr txBox="1"/>
                <p:nvPr/>
              </p:nvSpPr>
              <p:spPr>
                <a:xfrm>
                  <a:off x="11968" y="2339"/>
                  <a:ext cx="1531" cy="677"/>
                </a:xfrm>
                <a:prstGeom prst="rect">
                  <a:avLst/>
                </a:prstGeom>
                <a:noFill/>
                <a:ln w="9525">
                  <a:noFill/>
                </a:ln>
              </p:spPr>
              <p:txBody>
                <a:bodyPr wrap="square">
                  <a:spAutoFit/>
                </a:bodyPr>
                <a:p>
                  <a:pPr>
                    <a:lnSpc>
                      <a:spcPct val="100000"/>
                    </a:lnSpc>
                  </a:pPr>
                  <a:r>
                    <a:rPr lang="zh-CN" altLang="en-US" sz="2200">
                      <a:solidFill>
                        <a:schemeClr val="tx1"/>
                      </a:solidFill>
                      <a:uFillTx/>
                      <a:latin typeface="微软雅黑" panose="020B0503020204020204" pitchFamily="34" charset="-122"/>
                      <a:ea typeface="微软雅黑" panose="020B0503020204020204" pitchFamily="34" charset="-122"/>
                    </a:rPr>
                    <a:t>⑦</a:t>
                  </a:r>
                  <a:r>
                    <a:rPr lang="zh-CN" altLang="en-US" sz="2200">
                      <a:solidFill>
                        <a:schemeClr val="tx1"/>
                      </a:solidFill>
                      <a:uFillTx/>
                      <a:latin typeface="Times New Roman" panose="02020603050405020304" pitchFamily="18" charset="0"/>
                    </a:rPr>
                    <a:t>  </a:t>
                  </a:r>
                  <a:r>
                    <a:rPr lang="zh-CN" altLang="en-US" sz="2200">
                      <a:solidFill>
                        <a:schemeClr val="tx1"/>
                      </a:solidFill>
                      <a:uFillTx/>
                      <a:latin typeface="微软雅黑" panose="020B0503020204020204" pitchFamily="34" charset="-122"/>
                      <a:ea typeface="微软雅黑" panose="020B0503020204020204" pitchFamily="34" charset="-122"/>
                      <a:sym typeface="+mn-ea"/>
                    </a:rPr>
                    <a:t>⑧</a:t>
                  </a:r>
                  <a:endParaRPr lang="zh-CN" altLang="en-US" sz="2200">
                    <a:solidFill>
                      <a:schemeClr val="tx1"/>
                    </a:solidFill>
                    <a:uFillTx/>
                    <a:latin typeface="微软雅黑" panose="020B0503020204020204" pitchFamily="34" charset="-122"/>
                    <a:ea typeface="微软雅黑" panose="020B0503020204020204" pitchFamily="34" charset="-122"/>
                    <a:sym typeface="+mn-ea"/>
                  </a:endParaRPr>
                </a:p>
              </p:txBody>
            </p:sp>
            <p:sp>
              <p:nvSpPr>
                <p:cNvPr id="16" name="文本框 15"/>
                <p:cNvSpPr txBox="1"/>
                <p:nvPr/>
              </p:nvSpPr>
              <p:spPr>
                <a:xfrm>
                  <a:off x="13409" y="1127"/>
                  <a:ext cx="597" cy="1529"/>
                </a:xfrm>
                <a:prstGeom prst="rect">
                  <a:avLst/>
                </a:prstGeom>
                <a:noFill/>
                <a:ln w="9525">
                  <a:noFill/>
                </a:ln>
              </p:spPr>
              <p:txBody>
                <a:bodyPr>
                  <a:spAutoFit/>
                </a:bodyPr>
                <a:p>
                  <a:pPr fontAlgn="auto">
                    <a:lnSpc>
                      <a:spcPct val="130000"/>
                    </a:lnSpc>
                  </a:pPr>
                  <a:r>
                    <a:rPr lang="zh-CN" altLang="en-US" sz="2200">
                      <a:uFillTx/>
                      <a:latin typeface="微软雅黑" panose="020B0503020204020204" pitchFamily="34" charset="-122"/>
                      <a:ea typeface="微软雅黑" panose="020B0503020204020204" pitchFamily="34" charset="-122"/>
                    </a:rPr>
                    <a:t>⑨⑩</a:t>
                  </a:r>
                  <a:endParaRPr lang="zh-CN" altLang="en-US" sz="2400"/>
                </a:p>
              </p:txBody>
            </p:sp>
          </p:grpSp>
        </p:grpSp>
      </p:grpSp>
    </p:spTree>
    <p:custDataLst>
      <p:tags r:id="rId3"/>
    </p:custData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4"/>
          <p:cNvSpPr>
            <a:spLocks noGrp="1"/>
          </p:cNvSpPr>
          <p:nvPr>
            <p:custDataLst>
              <p:tags r:id="rId1"/>
            </p:custDataLst>
          </p:nvPr>
        </p:nvSpPr>
        <p:spPr>
          <a:xfrm>
            <a:off x="465455" y="99743"/>
            <a:ext cx="3974369"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r>
              <a:rPr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rPr>
              <a:t>P</a:t>
            </a:r>
            <a:r>
              <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rPr>
              <a:t>52</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graphicFrame>
        <p:nvGraphicFramePr>
          <p:cNvPr id="4" name="表格 3"/>
          <p:cNvGraphicFramePr/>
          <p:nvPr>
            <p:custDataLst>
              <p:tags r:id="rId2"/>
            </p:custDataLst>
          </p:nvPr>
        </p:nvGraphicFramePr>
        <p:xfrm>
          <a:off x="465455" y="701040"/>
          <a:ext cx="11326650" cy="5868135"/>
        </p:xfrm>
        <a:graphic>
          <a:graphicData uri="http://schemas.openxmlformats.org/drawingml/2006/table">
            <a:tbl>
              <a:tblPr firstRow="1" bandRow="1">
                <a:tableStyleId>{5C22544A-7EE6-4342-B048-85BDC9FD1C3A}</a:tableStyleId>
              </a:tblPr>
              <a:tblGrid>
                <a:gridCol w="792000"/>
                <a:gridCol w="1090930"/>
                <a:gridCol w="3070225"/>
                <a:gridCol w="3403600"/>
                <a:gridCol w="2969895"/>
              </a:tblGrid>
              <a:tr h="539750">
                <a:tc gridSpan="5">
                  <a:txBody>
                    <a:bodyPr/>
                    <a:p>
                      <a:pPr>
                        <a:buNone/>
                      </a:pPr>
                      <a:r>
                        <a:rPr lang="zh-CN" altLang="en-US" sz="2300">
                          <a:solidFill>
                            <a:srgbClr val="FFFFFF"/>
                          </a:solidFill>
                          <a:latin typeface="Times New Roman" panose="02020603050405020304" pitchFamily="18" charset="0"/>
                        </a:rPr>
                        <a:t>1.由碳元素形成的三种单质：金刚石、石墨、C</a:t>
                      </a:r>
                      <a:r>
                        <a:rPr lang="en-US" altLang="zh-CN" sz="2300" baseline="-25000">
                          <a:solidFill>
                            <a:srgbClr val="FFFFFF"/>
                          </a:solidFill>
                          <a:latin typeface="Times New Roman" panose="02020603050405020304" pitchFamily="18" charset="0"/>
                        </a:rPr>
                        <a:t>60</a:t>
                      </a:r>
                      <a:endParaRPr lang="en-US" altLang="zh-CN" sz="2300" baseline="-25000">
                        <a:solidFill>
                          <a:srgbClr val="FFFFFF"/>
                        </a:solidFill>
                        <a:latin typeface="Times New Roman" panose="02020603050405020304" pitchFamily="18" charset="0"/>
                      </a:endParaRPr>
                    </a:p>
                  </a:txBody>
                  <a:tcPr marL="36195" marR="36195" marT="36195" marB="36195" anchor="ctr" anchorCtr="0">
                    <a:lnL w="19050" cap="rnd">
                      <a:solidFill>
                        <a:srgbClr val="584E61"/>
                      </a:solidFill>
                      <a:prstDash val="solid"/>
                    </a:lnL>
                    <a:lnR w="19050">
                      <a:solidFill>
                        <a:srgbClr val="584E61"/>
                      </a:solidFill>
                      <a:prstDash val="solid"/>
                    </a:lnR>
                    <a:lnT w="19050" cap="rnd">
                      <a:solidFill>
                        <a:srgbClr val="584E61"/>
                      </a:solidFill>
                      <a:prstDash val="solid"/>
                    </a:lnT>
                    <a:lnB w="19050">
                      <a:solidFill>
                        <a:srgbClr val="584E61"/>
                      </a:solidFill>
                      <a:prstDash val="solid"/>
                    </a:lnB>
                    <a:solidFill>
                      <a:srgbClr val="584E61"/>
                    </a:solidFill>
                  </a:tcPr>
                </a:tc>
                <a:tc hMerge="1">
                  <a:tcPr>
                    <a:lnT w="19050" cap="rnd">
                      <a:solidFill>
                        <a:srgbClr val="584E61"/>
                      </a:solidFill>
                      <a:prstDash val="solid"/>
                    </a:lnT>
                    <a:lnB w="19050">
                      <a:solidFill>
                        <a:srgbClr val="584E61"/>
                      </a:solidFill>
                      <a:prstDash val="solid"/>
                    </a:lnB>
                  </a:tcPr>
                </a:tc>
                <a:tc hMerge="1">
                  <a:tcPr>
                    <a:lnT w="19050" cap="rnd">
                      <a:solidFill>
                        <a:srgbClr val="584E61"/>
                      </a:solidFill>
                      <a:prstDash val="solid"/>
                    </a:lnT>
                    <a:lnB w="19050">
                      <a:solidFill>
                        <a:srgbClr val="584E61"/>
                      </a:solidFill>
                      <a:prstDash val="solid"/>
                    </a:lnB>
                  </a:tcPr>
                </a:tc>
                <a:tc hMerge="1">
                  <a:tcPr>
                    <a:lnT w="19050" cap="rnd">
                      <a:solidFill>
                        <a:srgbClr val="584E61"/>
                      </a:solidFill>
                      <a:prstDash val="solid"/>
                    </a:lnT>
                    <a:lnB w="19050">
                      <a:solidFill>
                        <a:srgbClr val="584E61"/>
                      </a:solidFill>
                      <a:prstDash val="solid"/>
                    </a:lnB>
                  </a:tcPr>
                </a:tc>
                <a:tc hMerge="1">
                  <a:tcPr>
                    <a:lnR w="19050" cap="rnd">
                      <a:solidFill>
                        <a:srgbClr val="584E61"/>
                      </a:solidFill>
                      <a:prstDash val="solid"/>
                    </a:lnR>
                    <a:lnT w="19050" cap="rnd">
                      <a:solidFill>
                        <a:srgbClr val="584E61"/>
                      </a:solidFill>
                      <a:prstDash val="solid"/>
                    </a:lnT>
                    <a:lnB w="19050">
                      <a:solidFill>
                        <a:srgbClr val="584E61"/>
                      </a:solidFill>
                      <a:prstDash val="solid"/>
                    </a:lnB>
                  </a:tcPr>
                </a:tc>
              </a:tr>
              <a:tr h="540000">
                <a:tc gridSpan="2">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名 称</a:t>
                      </a:r>
                      <a:endParaRPr lang="zh-CN" altLang="en-US" sz="2300" b="1">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584E61"/>
                      </a:solidFill>
                      <a:prstDash val="solid"/>
                    </a:lnL>
                    <a:lnR w="3175">
                      <a:solidFill>
                        <a:srgbClr val="584E61"/>
                      </a:solidFill>
                      <a:prstDash val="dot"/>
                    </a:lnR>
                    <a:lnT w="19050">
                      <a:solidFill>
                        <a:srgbClr val="584E61"/>
                      </a:solidFill>
                      <a:prstDash val="solid"/>
                    </a:lnT>
                    <a:lnB w="3175">
                      <a:solidFill>
                        <a:srgbClr val="584E61"/>
                      </a:solidFill>
                      <a:prstDash val="dot"/>
                    </a:lnB>
                    <a:solidFill>
                      <a:srgbClr val="FFFFFF"/>
                    </a:solidFill>
                  </a:tcPr>
                </a:tc>
                <a:tc hMerge="1">
                  <a:tcPr>
                    <a:lnR w="3175">
                      <a:solidFill>
                        <a:srgbClr val="584E61"/>
                      </a:solidFill>
                      <a:prstDash val="dot"/>
                    </a:lnR>
                    <a:lnT w="19050">
                      <a:solidFill>
                        <a:srgbClr val="584E61"/>
                      </a:solidFill>
                      <a:prstDash val="solid"/>
                    </a:lnT>
                    <a:lnB w="3175">
                      <a:solidFill>
                        <a:srgbClr val="584E61"/>
                      </a:solidFill>
                      <a:prstDash val="dot"/>
                    </a:lnB>
                  </a:tcPr>
                </a:tc>
                <a:tc>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金刚石</a:t>
                      </a:r>
                      <a:endParaRPr lang="zh-CN" altLang="en-US" sz="2300" b="1">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3175">
                      <a:solidFill>
                        <a:srgbClr val="584E61"/>
                      </a:solidFill>
                      <a:prstDash val="dot"/>
                    </a:lnL>
                    <a:lnR w="3175">
                      <a:solidFill>
                        <a:srgbClr val="584E61"/>
                      </a:solidFill>
                      <a:prstDash val="dot"/>
                    </a:lnR>
                    <a:lnT w="19050">
                      <a:solidFill>
                        <a:srgbClr val="584E61"/>
                      </a:solidFill>
                      <a:prstDash val="solid"/>
                    </a:lnT>
                    <a:lnB w="3175">
                      <a:solidFill>
                        <a:srgbClr val="584E61"/>
                      </a:solidFill>
                      <a:prstDash val="dot"/>
                    </a:lnB>
                    <a:solidFill>
                      <a:srgbClr val="FFFFFF"/>
                    </a:solidFill>
                  </a:tcPr>
                </a:tc>
                <a:tc>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石墨</a:t>
                      </a:r>
                      <a:endParaRPr lang="zh-CN" altLang="en-US" sz="2300" b="1">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3175">
                      <a:solidFill>
                        <a:srgbClr val="584E61"/>
                      </a:solidFill>
                      <a:prstDash val="dot"/>
                    </a:lnL>
                    <a:lnR w="3175">
                      <a:solidFill>
                        <a:srgbClr val="584E61"/>
                      </a:solidFill>
                      <a:prstDash val="dot"/>
                    </a:lnR>
                    <a:lnT w="19050">
                      <a:solidFill>
                        <a:srgbClr val="584E61"/>
                      </a:solidFill>
                      <a:prstDash val="solid"/>
                    </a:lnT>
                    <a:lnB w="3175">
                      <a:solidFill>
                        <a:srgbClr val="584E61"/>
                      </a:solidFill>
                      <a:prstDash val="dot"/>
                    </a:lnB>
                    <a:solidFill>
                      <a:srgbClr val="FFFFFF"/>
                    </a:solidFill>
                  </a:tcPr>
                </a:tc>
                <a:tc>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C</a:t>
                      </a:r>
                      <a:r>
                        <a:rPr lang="zh-CN" altLang="en-US" sz="2300" b="1" baseline="-25000">
                          <a:solidFill>
                            <a:srgbClr val="584E61"/>
                          </a:solidFill>
                          <a:uFillTx/>
                          <a:latin typeface="Times New Roman" panose="02020603050405020304" pitchFamily="18" charset="0"/>
                          <a:ea typeface="方正粗黑宋简体" panose="02000000000000000000" pitchFamily="2" charset="-122"/>
                        </a:rPr>
                        <a:t>60</a:t>
                      </a:r>
                      <a:endParaRPr lang="zh-CN" altLang="en-US" sz="2300" b="1" baseline="-25000">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3175">
                      <a:solidFill>
                        <a:srgbClr val="584E61"/>
                      </a:solidFill>
                      <a:prstDash val="dot"/>
                    </a:lnL>
                    <a:lnR w="19050" cap="rnd">
                      <a:solidFill>
                        <a:srgbClr val="584E61"/>
                      </a:solidFill>
                      <a:prstDash val="solid"/>
                    </a:lnR>
                    <a:lnT w="19050">
                      <a:solidFill>
                        <a:srgbClr val="584E61"/>
                      </a:solidFill>
                      <a:prstDash val="solid"/>
                    </a:lnT>
                    <a:lnB w="3175">
                      <a:solidFill>
                        <a:srgbClr val="584E61"/>
                      </a:solidFill>
                      <a:prstDash val="dot"/>
                    </a:lnB>
                    <a:solidFill>
                      <a:srgbClr val="FFFFFF"/>
                    </a:solidFill>
                  </a:tcPr>
                </a:tc>
              </a:tr>
              <a:tr h="2232000">
                <a:tc gridSpan="2">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结构</a:t>
                      </a:r>
                      <a:endParaRPr lang="zh-CN" altLang="en-US" sz="2300">
                        <a:solidFill>
                          <a:srgbClr val="584E61"/>
                        </a:solidFill>
                        <a:latin typeface="Times New Roman" panose="02020603050405020304" pitchFamily="18" charset="0"/>
                      </a:endParaRPr>
                    </a:p>
                  </a:txBody>
                  <a:tcPr marL="36195" marR="36195" marT="36195" marB="36195" anchor="ctr" anchorCtr="1">
                    <a:lnL w="19050" cap="rnd">
                      <a:solidFill>
                        <a:srgbClr val="584E61"/>
                      </a:solidFill>
                      <a:prstDash val="solid"/>
                    </a:lnL>
                    <a:lnR w="3175">
                      <a:solidFill>
                        <a:srgbClr val="584E61"/>
                      </a:solidFill>
                      <a:prstDash val="dot"/>
                    </a:lnR>
                    <a:lnT w="3175">
                      <a:solidFill>
                        <a:srgbClr val="584E61"/>
                      </a:solidFill>
                      <a:prstDash val="dot"/>
                    </a:lnT>
                    <a:lnB w="19050">
                      <a:solidFill>
                        <a:srgbClr val="584E61"/>
                      </a:solidFill>
                      <a:prstDash val="solid"/>
                    </a:lnB>
                    <a:solidFill>
                      <a:srgbClr val="FFFFFF"/>
                    </a:solidFill>
                  </a:tcPr>
                </a:tc>
                <a:tc hMerge="1">
                  <a:tcPr>
                    <a:lnR w="3175">
                      <a:solidFill>
                        <a:srgbClr val="584E61"/>
                      </a:solidFill>
                      <a:prstDash val="dot"/>
                    </a:lnR>
                    <a:lnT w="3175">
                      <a:solidFill>
                        <a:srgbClr val="584E61"/>
                      </a:solidFill>
                      <a:prstDash val="dot"/>
                    </a:lnT>
                    <a:lnB w="19050">
                      <a:solidFill>
                        <a:srgbClr val="584E61"/>
                      </a:solidFill>
                      <a:prstDash val="solid"/>
                    </a:lnB>
                  </a:tcPr>
                </a:tc>
                <a:tc>
                  <a:txBody>
                    <a:bodyPr/>
                    <a:p>
                      <a:pPr>
                        <a:buNone/>
                      </a:pPr>
                      <a:endParaRPr lang="zh-CN" altLang="en-US" sz="2300">
                        <a:solidFill>
                          <a:srgbClr val="584E61"/>
                        </a:solidFill>
                      </a:endParaRPr>
                    </a:p>
                  </a:txBody>
                  <a:tcPr marL="36195" marR="36195" marT="36195" marB="36195">
                    <a:lnL w="3175">
                      <a:solidFill>
                        <a:srgbClr val="584E61"/>
                      </a:solidFill>
                      <a:prstDash val="dot"/>
                    </a:lnL>
                    <a:lnR w="3175">
                      <a:solidFill>
                        <a:srgbClr val="584E61"/>
                      </a:solidFill>
                      <a:prstDash val="dot"/>
                    </a:lnR>
                    <a:lnT w="3175">
                      <a:solidFill>
                        <a:srgbClr val="584E61"/>
                      </a:solidFill>
                      <a:prstDash val="dot"/>
                    </a:lnT>
                    <a:lnB w="19050">
                      <a:solidFill>
                        <a:srgbClr val="584E61"/>
                      </a:solidFill>
                      <a:prstDash val="solid"/>
                    </a:lnB>
                    <a:solidFill>
                      <a:srgbClr val="FFFFFF"/>
                    </a:solidFill>
                  </a:tcPr>
                </a:tc>
                <a:tc>
                  <a:txBody>
                    <a:bodyPr/>
                    <a:p>
                      <a:pPr>
                        <a:buNone/>
                      </a:pPr>
                      <a:endParaRPr lang="zh-CN" altLang="en-US" sz="2300">
                        <a:solidFill>
                          <a:srgbClr val="584E61"/>
                        </a:solidFill>
                      </a:endParaRPr>
                    </a:p>
                  </a:txBody>
                  <a:tcPr marL="36195" marR="36195" marT="36195" marB="36195">
                    <a:lnL w="3175">
                      <a:solidFill>
                        <a:srgbClr val="584E61"/>
                      </a:solidFill>
                      <a:prstDash val="dot"/>
                    </a:lnL>
                    <a:lnR w="3175">
                      <a:solidFill>
                        <a:srgbClr val="584E61"/>
                      </a:solidFill>
                      <a:prstDash val="dot"/>
                    </a:lnR>
                    <a:lnT w="3175">
                      <a:solidFill>
                        <a:srgbClr val="584E61"/>
                      </a:solidFill>
                      <a:prstDash val="dot"/>
                    </a:lnT>
                    <a:lnB w="19050">
                      <a:solidFill>
                        <a:srgbClr val="584E61"/>
                      </a:solidFill>
                      <a:prstDash val="solid"/>
                    </a:lnB>
                    <a:solidFill>
                      <a:srgbClr val="FFFFFF"/>
                    </a:solidFill>
                  </a:tcPr>
                </a:tc>
                <a:tc>
                  <a:txBody>
                    <a:bodyPr/>
                    <a:p>
                      <a:pPr>
                        <a:buNone/>
                      </a:pPr>
                      <a:endParaRPr lang="zh-CN" altLang="en-US" sz="2300">
                        <a:solidFill>
                          <a:srgbClr val="584E61"/>
                        </a:solidFill>
                      </a:endParaRPr>
                    </a:p>
                  </a:txBody>
                  <a:tcPr marL="36195" marR="36195" marT="36195" marB="36195">
                    <a:lnL w="3175">
                      <a:solidFill>
                        <a:srgbClr val="584E61"/>
                      </a:solidFill>
                      <a:prstDash val="dot"/>
                    </a:lnL>
                    <a:lnR w="19050" cap="rnd">
                      <a:solidFill>
                        <a:srgbClr val="584E61"/>
                      </a:solidFill>
                      <a:prstDash val="solid"/>
                    </a:lnR>
                    <a:lnT w="3175">
                      <a:solidFill>
                        <a:srgbClr val="584E61"/>
                      </a:solidFill>
                      <a:prstDash val="dot"/>
                    </a:lnT>
                    <a:lnB w="19050">
                      <a:solidFill>
                        <a:srgbClr val="584E61"/>
                      </a:solidFill>
                      <a:prstDash val="solid"/>
                    </a:lnB>
                    <a:solidFill>
                      <a:srgbClr val="FFFFFF"/>
                    </a:solidFill>
                  </a:tcPr>
                </a:tc>
              </a:tr>
              <a:tr h="936000">
                <a:tc rowSpan="3">
                  <a:txBody>
                    <a:bodyPr/>
                    <a:p>
                      <a:pPr algn="l">
                        <a:buClrTx/>
                        <a:buSzTx/>
                        <a:buFontTx/>
                        <a:buNone/>
                      </a:pPr>
                      <a:r>
                        <a:rPr lang="zh-CN" altLang="en-US" sz="2300" b="1">
                          <a:solidFill>
                            <a:srgbClr val="584E61"/>
                          </a:solidFill>
                          <a:uFillTx/>
                          <a:latin typeface="Times New Roman" panose="02020603050405020304" pitchFamily="18" charset="0"/>
                          <a:ea typeface="方正粗黑宋简体" panose="02000000000000000000" pitchFamily="2" charset="-122"/>
                        </a:rPr>
                        <a:t>物理</a:t>
                      </a:r>
                      <a:endParaRPr lang="zh-CN" altLang="en-US" sz="2300" b="1">
                        <a:solidFill>
                          <a:srgbClr val="584E61"/>
                        </a:solidFill>
                        <a:uFillTx/>
                        <a:latin typeface="Times New Roman" panose="02020603050405020304" pitchFamily="18" charset="0"/>
                        <a:ea typeface="方正粗黑宋简体" panose="02000000000000000000" pitchFamily="2" charset="-122"/>
                      </a:endParaRPr>
                    </a:p>
                    <a:p>
                      <a:pPr algn="l">
                        <a:buClrTx/>
                        <a:buSzTx/>
                        <a:buFontTx/>
                        <a:buNone/>
                      </a:pPr>
                      <a:r>
                        <a:rPr lang="zh-CN" altLang="en-US" sz="2300" b="1">
                          <a:solidFill>
                            <a:srgbClr val="584E61"/>
                          </a:solidFill>
                          <a:uFillTx/>
                          <a:latin typeface="Times New Roman" panose="02020603050405020304" pitchFamily="18" charset="0"/>
                          <a:ea typeface="方正粗黑宋简体" panose="02000000000000000000" pitchFamily="2" charset="-122"/>
                        </a:rPr>
                        <a:t>性质</a:t>
                      </a:r>
                      <a:endParaRPr lang="zh-CN" altLang="en-US" sz="2300">
                        <a:solidFill>
                          <a:srgbClr val="404040"/>
                        </a:solidFill>
                        <a:latin typeface="Times New Roman" panose="02020603050405020304" pitchFamily="18" charset="0"/>
                      </a:endParaRPr>
                    </a:p>
                  </a:txBody>
                  <a:tcPr marL="36195" marR="36195" marT="36195" marB="36195" anchor="ctr" anchorCtr="1">
                    <a:lnL w="19050" cap="rnd">
                      <a:solidFill>
                        <a:srgbClr val="584E61"/>
                      </a:solidFill>
                      <a:prstDash val="solid"/>
                    </a:lnL>
                    <a:lnR w="3175">
                      <a:solidFill>
                        <a:srgbClr val="584E61"/>
                      </a:solidFill>
                      <a:prstDash val="dot"/>
                    </a:lnR>
                    <a:lnT w="19050">
                      <a:solidFill>
                        <a:srgbClr val="584E61"/>
                      </a:solidFill>
                      <a:prstDash val="solid"/>
                    </a:lnT>
                    <a:lnB w="3175">
                      <a:solidFill>
                        <a:srgbClr val="584E61"/>
                      </a:solidFill>
                      <a:prstDash val="dot"/>
                    </a:lnB>
                    <a:solidFill>
                      <a:srgbClr val="FFFFFF"/>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nchor="ctr" anchorCtr="1">
                    <a:lnL w="3175">
                      <a:solidFill>
                        <a:srgbClr val="584E61"/>
                      </a:solidFill>
                      <a:prstDash val="dot"/>
                    </a:lnL>
                    <a:lnR w="3175">
                      <a:solidFill>
                        <a:srgbClr val="584E61"/>
                      </a:solidFill>
                      <a:prstDash val="dot"/>
                    </a:lnR>
                    <a:lnT w="19050">
                      <a:solidFill>
                        <a:srgbClr val="584E61"/>
                      </a:solidFill>
                      <a:prstDash val="solid"/>
                    </a:lnT>
                    <a:lnB w="3175">
                      <a:solidFill>
                        <a:srgbClr val="584E61"/>
                      </a:solidFill>
                      <a:prstDash val="dot"/>
                    </a:lnB>
                    <a:solidFill>
                      <a:srgbClr val="FFFFFF"/>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lnL w="3175">
                      <a:solidFill>
                        <a:srgbClr val="584E61"/>
                      </a:solidFill>
                      <a:prstDash val="dot"/>
                    </a:lnL>
                    <a:lnR w="3175">
                      <a:solidFill>
                        <a:srgbClr val="584E61"/>
                      </a:solidFill>
                      <a:prstDash val="dot"/>
                    </a:lnR>
                    <a:lnT w="19050">
                      <a:solidFill>
                        <a:srgbClr val="584E61"/>
                      </a:solidFill>
                      <a:prstDash val="solid"/>
                    </a:lnT>
                    <a:lnB w="3175">
                      <a:solidFill>
                        <a:srgbClr val="584E61"/>
                      </a:solidFill>
                      <a:prstDash val="dot"/>
                    </a:lnB>
                    <a:solidFill>
                      <a:srgbClr val="FFFFFF"/>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lnL w="3175">
                      <a:solidFill>
                        <a:srgbClr val="584E61"/>
                      </a:solidFill>
                      <a:prstDash val="dot"/>
                    </a:lnL>
                    <a:lnR w="3175">
                      <a:solidFill>
                        <a:srgbClr val="584E61"/>
                      </a:solidFill>
                      <a:prstDash val="dot"/>
                    </a:lnR>
                    <a:lnT w="19050">
                      <a:solidFill>
                        <a:srgbClr val="584E61"/>
                      </a:solidFill>
                      <a:prstDash val="solid"/>
                    </a:lnT>
                    <a:lnB w="3175">
                      <a:solidFill>
                        <a:srgbClr val="584E61"/>
                      </a:solidFill>
                      <a:prstDash val="dot"/>
                    </a:lnB>
                    <a:solidFill>
                      <a:srgbClr val="FFFFFF"/>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lnL w="3175">
                      <a:solidFill>
                        <a:srgbClr val="584E61"/>
                      </a:solidFill>
                      <a:prstDash val="dot"/>
                    </a:lnL>
                    <a:lnR w="19050" cap="rnd">
                      <a:solidFill>
                        <a:srgbClr val="584E61"/>
                      </a:solidFill>
                      <a:prstDash val="solid"/>
                    </a:lnR>
                    <a:lnT w="19050">
                      <a:solidFill>
                        <a:srgbClr val="584E61"/>
                      </a:solidFill>
                      <a:prstDash val="solid"/>
                    </a:lnT>
                    <a:lnB w="3175">
                      <a:solidFill>
                        <a:srgbClr val="584E61"/>
                      </a:solidFill>
                      <a:prstDash val="dot"/>
                    </a:lnB>
                    <a:solidFill>
                      <a:srgbClr val="FFFFFF"/>
                    </a:solidFill>
                  </a:tcPr>
                </a:tc>
              </a:tr>
              <a:tr h="540000">
                <a:tc vMerge="1">
                  <a:tcPr>
                    <a:lnL w="19050" cap="rnd">
                      <a:solidFill>
                        <a:srgbClr val="584E61"/>
                      </a:solidFill>
                      <a:prstDash val="solid"/>
                    </a:lnL>
                    <a:lnR w="3175">
                      <a:solidFill>
                        <a:srgbClr val="584E61"/>
                      </a:solidFill>
                      <a:prstDash val="dot"/>
                    </a:lnR>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nchor="ctr" anchorCtr="1">
                    <a:lnL w="3175">
                      <a:solidFill>
                        <a:srgbClr val="584E61"/>
                      </a:solidFill>
                      <a:prstDash val="dot"/>
                    </a:lnL>
                    <a:lnR w="3175">
                      <a:solidFill>
                        <a:srgbClr val="584E61"/>
                      </a:solidFill>
                      <a:prstDash val="dot"/>
                    </a:lnR>
                    <a:lnT w="3175">
                      <a:solidFill>
                        <a:srgbClr val="584E61"/>
                      </a:solidFill>
                      <a:prstDash val="dot"/>
                    </a:lnT>
                    <a:lnB w="3175">
                      <a:solidFill>
                        <a:srgbClr val="584E61"/>
                      </a:solidFill>
                      <a:prstDash val="dot"/>
                    </a:lnB>
                    <a:solidFill>
                      <a:srgbClr val="FFFFFF"/>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nchor="ctr" anchorCtr="1">
                    <a:lnL w="3175">
                      <a:solidFill>
                        <a:srgbClr val="584E61"/>
                      </a:solidFill>
                      <a:prstDash val="dot"/>
                    </a:lnL>
                    <a:lnR w="3175">
                      <a:solidFill>
                        <a:srgbClr val="584E61"/>
                      </a:solidFill>
                      <a:prstDash val="dot"/>
                    </a:lnR>
                    <a:lnT w="3175">
                      <a:solidFill>
                        <a:srgbClr val="584E61"/>
                      </a:solidFill>
                      <a:prstDash val="dot"/>
                    </a:lnT>
                    <a:lnB w="3175">
                      <a:solidFill>
                        <a:srgbClr val="584E61"/>
                      </a:solidFill>
                      <a:prstDash val="dot"/>
                    </a:lnB>
                    <a:solidFill>
                      <a:srgbClr val="FFFFFF"/>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nchor="ctr" anchorCtr="1">
                    <a:lnL w="3175">
                      <a:solidFill>
                        <a:srgbClr val="584E61"/>
                      </a:solidFill>
                      <a:prstDash val="dot"/>
                    </a:lnL>
                    <a:lnR w="3175">
                      <a:solidFill>
                        <a:srgbClr val="584E61"/>
                      </a:solidFill>
                      <a:prstDash val="dot"/>
                    </a:lnR>
                    <a:lnT w="3175">
                      <a:solidFill>
                        <a:srgbClr val="584E61"/>
                      </a:solidFill>
                      <a:prstDash val="dot"/>
                    </a:lnT>
                    <a:lnB w="3175">
                      <a:solidFill>
                        <a:srgbClr val="584E61"/>
                      </a:solidFill>
                      <a:prstDash val="dot"/>
                    </a:lnB>
                    <a:solidFill>
                      <a:srgbClr val="FFFFFF"/>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nchor="ctr" anchorCtr="1">
                    <a:lnL w="3175">
                      <a:solidFill>
                        <a:srgbClr val="584E61"/>
                      </a:solidFill>
                      <a:prstDash val="dot"/>
                    </a:lnL>
                    <a:lnR w="19050" cap="rnd">
                      <a:solidFill>
                        <a:srgbClr val="584E61"/>
                      </a:solidFill>
                      <a:prstDash val="solid"/>
                    </a:lnR>
                    <a:lnT w="3175">
                      <a:solidFill>
                        <a:srgbClr val="584E61"/>
                      </a:solidFill>
                      <a:prstDash val="dot"/>
                    </a:lnT>
                    <a:lnB w="3175">
                      <a:solidFill>
                        <a:srgbClr val="584E61"/>
                      </a:solidFill>
                      <a:prstDash val="dot"/>
                    </a:lnB>
                    <a:solidFill>
                      <a:srgbClr val="FFFFFF"/>
                    </a:solidFill>
                  </a:tcPr>
                </a:tc>
              </a:tr>
              <a:tr h="540000">
                <a:tc vMerge="1">
                  <a:tcPr>
                    <a:lnL w="19050" cap="rnd">
                      <a:solidFill>
                        <a:srgbClr val="584E61"/>
                      </a:solidFill>
                      <a:prstDash val="solid"/>
                    </a:lnL>
                    <a:lnR w="3175">
                      <a:solidFill>
                        <a:srgbClr val="584E61"/>
                      </a:solidFill>
                      <a:prstDash val="dot"/>
                    </a:lnR>
                    <a:lnB w="3175">
                      <a:solidFill>
                        <a:srgbClr val="584E61"/>
                      </a:solidFill>
                      <a:prstDash val="dot"/>
                    </a:lnB>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nchor="ctr" anchorCtr="1">
                    <a:lnL w="3175">
                      <a:solidFill>
                        <a:srgbClr val="584E61"/>
                      </a:solidFill>
                      <a:prstDash val="dot"/>
                    </a:lnL>
                    <a:lnR w="3175">
                      <a:solidFill>
                        <a:srgbClr val="584E61"/>
                      </a:solidFill>
                      <a:prstDash val="dot"/>
                    </a:lnR>
                    <a:lnT w="3175">
                      <a:solidFill>
                        <a:srgbClr val="584E61"/>
                      </a:solidFill>
                      <a:prstDash val="dot"/>
                    </a:lnT>
                    <a:lnB w="3175">
                      <a:solidFill>
                        <a:srgbClr val="584E61"/>
                      </a:solidFill>
                      <a:prstDash val="dot"/>
                    </a:lnB>
                    <a:solidFill>
                      <a:srgbClr val="FFFFFF"/>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nchor="ctr" anchorCtr="1">
                    <a:lnL w="3175">
                      <a:solidFill>
                        <a:srgbClr val="584E61"/>
                      </a:solidFill>
                      <a:prstDash val="dot"/>
                    </a:lnL>
                    <a:lnR w="3175">
                      <a:solidFill>
                        <a:srgbClr val="584E61"/>
                      </a:solidFill>
                      <a:prstDash val="dot"/>
                    </a:lnR>
                    <a:lnT w="3175">
                      <a:solidFill>
                        <a:srgbClr val="584E61"/>
                      </a:solidFill>
                      <a:prstDash val="dot"/>
                    </a:lnT>
                    <a:lnB w="3175">
                      <a:solidFill>
                        <a:srgbClr val="584E61"/>
                      </a:solidFill>
                      <a:prstDash val="dot"/>
                    </a:lnB>
                    <a:solidFill>
                      <a:srgbClr val="FFFFFF"/>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nchor="ctr" anchorCtr="1">
                    <a:lnL w="3175">
                      <a:solidFill>
                        <a:srgbClr val="584E61"/>
                      </a:solidFill>
                      <a:prstDash val="dot"/>
                    </a:lnL>
                    <a:lnR w="3175">
                      <a:solidFill>
                        <a:srgbClr val="584E61"/>
                      </a:solidFill>
                      <a:prstDash val="dot"/>
                    </a:lnR>
                    <a:lnT w="3175">
                      <a:solidFill>
                        <a:srgbClr val="584E61"/>
                      </a:solidFill>
                      <a:prstDash val="dot"/>
                    </a:lnT>
                    <a:lnB w="3175">
                      <a:solidFill>
                        <a:srgbClr val="584E61"/>
                      </a:solidFill>
                      <a:prstDash val="dot"/>
                    </a:lnB>
                    <a:solidFill>
                      <a:srgbClr val="FFFFFF"/>
                    </a:solidFill>
                  </a:tcPr>
                </a:tc>
                <a:tc>
                  <a:txBody>
                    <a:bodyPr/>
                    <a:p>
                      <a:pPr>
                        <a:buNone/>
                      </a:pPr>
                      <a:endParaRPr lang="zh-CN" altLang="en-US" sz="2300">
                        <a:solidFill>
                          <a:srgbClr val="404040"/>
                        </a:solidFill>
                      </a:endParaRPr>
                    </a:p>
                  </a:txBody>
                  <a:tcPr marL="36195" marR="36195" marT="36195" marB="36195" anchor="ctr" anchorCtr="1">
                    <a:lnL w="3175">
                      <a:solidFill>
                        <a:srgbClr val="584E61"/>
                      </a:solidFill>
                      <a:prstDash val="dot"/>
                    </a:lnL>
                    <a:lnR w="19050" cap="rnd">
                      <a:solidFill>
                        <a:srgbClr val="584E61"/>
                      </a:solidFill>
                      <a:prstDash val="solid"/>
                    </a:lnR>
                    <a:lnT w="3175">
                      <a:solidFill>
                        <a:srgbClr val="584E61"/>
                      </a:solidFill>
                      <a:prstDash val="dot"/>
                    </a:lnT>
                    <a:lnB w="3175">
                      <a:solidFill>
                        <a:srgbClr val="584E61"/>
                      </a:solidFill>
                      <a:prstDash val="dot"/>
                    </a:lnB>
                    <a:solidFill>
                      <a:srgbClr val="FFFFFF"/>
                    </a:solidFill>
                  </a:tcPr>
                </a:tc>
              </a:tr>
              <a:tr h="540385">
                <a:tc gridSpan="2">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用途</a:t>
                      </a:r>
                      <a:endParaRPr lang="zh-CN" altLang="en-US" sz="2300">
                        <a:solidFill>
                          <a:srgbClr val="404040"/>
                        </a:solidFill>
                        <a:latin typeface="Times New Roman" panose="02020603050405020304" pitchFamily="18" charset="0"/>
                      </a:endParaRPr>
                    </a:p>
                  </a:txBody>
                  <a:tcPr marL="36195" marR="36195" marT="36195" marB="36195" anchor="ctr" anchorCtr="1">
                    <a:lnL w="19050" cap="rnd">
                      <a:solidFill>
                        <a:srgbClr val="584E61"/>
                      </a:solidFill>
                      <a:prstDash val="solid"/>
                    </a:lnL>
                    <a:lnR w="3175">
                      <a:solidFill>
                        <a:srgbClr val="584E61"/>
                      </a:solidFill>
                      <a:prstDash val="dot"/>
                    </a:lnR>
                    <a:lnT w="3175">
                      <a:solidFill>
                        <a:srgbClr val="584E61"/>
                      </a:solidFill>
                      <a:prstDash val="dot"/>
                    </a:lnT>
                    <a:lnB w="19050" cap="rnd">
                      <a:solidFill>
                        <a:srgbClr val="584E61"/>
                      </a:solidFill>
                      <a:prstDash val="solid"/>
                    </a:lnB>
                    <a:solidFill>
                      <a:srgbClr val="FFFFFF"/>
                    </a:solidFill>
                  </a:tcPr>
                </a:tc>
                <a:tc hMerge="1">
                  <a:tcPr>
                    <a:lnR w="3175">
                      <a:solidFill>
                        <a:srgbClr val="584E61"/>
                      </a:solidFill>
                      <a:prstDash val="dot"/>
                    </a:lnR>
                    <a:lnT w="3175">
                      <a:solidFill>
                        <a:srgbClr val="584E61"/>
                      </a:solidFill>
                      <a:prstDash val="dot"/>
                    </a:lnT>
                    <a:lnB w="19050" cap="rnd">
                      <a:solidFill>
                        <a:srgbClr val="584E61"/>
                      </a:solidFill>
                      <a:prstDash val="solid"/>
                    </a:lnB>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nchor="ctr" anchorCtr="1">
                    <a:lnL w="3175">
                      <a:solidFill>
                        <a:srgbClr val="584E61"/>
                      </a:solidFill>
                      <a:prstDash val="dot"/>
                    </a:lnL>
                    <a:lnR w="3175">
                      <a:solidFill>
                        <a:srgbClr val="584E61"/>
                      </a:solidFill>
                      <a:prstDash val="dot"/>
                    </a:lnR>
                    <a:lnT w="3175">
                      <a:solidFill>
                        <a:srgbClr val="584E61"/>
                      </a:solidFill>
                      <a:prstDash val="dot"/>
                    </a:lnT>
                    <a:lnB w="19050" cap="rnd">
                      <a:solidFill>
                        <a:srgbClr val="584E61"/>
                      </a:solidFill>
                      <a:prstDash val="solid"/>
                    </a:lnB>
                    <a:solidFill>
                      <a:srgbClr val="FFFFFF"/>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nchor="ctr" anchorCtr="1">
                    <a:lnL w="3175">
                      <a:solidFill>
                        <a:srgbClr val="584E61"/>
                      </a:solidFill>
                      <a:prstDash val="dot"/>
                    </a:lnL>
                    <a:lnR w="3175">
                      <a:solidFill>
                        <a:srgbClr val="584E61"/>
                      </a:solidFill>
                      <a:prstDash val="dot"/>
                    </a:lnR>
                    <a:lnT w="3175">
                      <a:solidFill>
                        <a:srgbClr val="584E61"/>
                      </a:solidFill>
                      <a:prstDash val="dot"/>
                    </a:lnT>
                    <a:lnB w="19050" cap="rnd">
                      <a:solidFill>
                        <a:srgbClr val="584E61"/>
                      </a:solidFill>
                      <a:prstDash val="solid"/>
                    </a:lnB>
                    <a:solidFill>
                      <a:srgbClr val="FFFFFF"/>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nchor="ctr" anchorCtr="1">
                    <a:lnL w="3175">
                      <a:solidFill>
                        <a:srgbClr val="584E61"/>
                      </a:solidFill>
                      <a:prstDash val="dot"/>
                    </a:lnL>
                    <a:lnR w="19050" cap="rnd">
                      <a:solidFill>
                        <a:srgbClr val="584E61"/>
                      </a:solidFill>
                      <a:prstDash val="solid"/>
                    </a:lnR>
                    <a:lnT w="3175">
                      <a:solidFill>
                        <a:srgbClr val="584E61"/>
                      </a:solidFill>
                      <a:prstDash val="dot"/>
                    </a:lnT>
                    <a:lnB w="19050" cap="rnd">
                      <a:solidFill>
                        <a:srgbClr val="584E61"/>
                      </a:solidFill>
                      <a:prstDash val="solid"/>
                    </a:lnB>
                    <a:solidFill>
                      <a:srgbClr val="FFFFFF"/>
                    </a:solidFill>
                  </a:tcPr>
                </a:tc>
              </a:tr>
            </a:tbl>
          </a:graphicData>
        </a:graphic>
      </p:graphicFrame>
      <p:pic>
        <p:nvPicPr>
          <p:cNvPr id="7" name="图片 6"/>
          <p:cNvPicPr>
            <a:picLocks noChangeAspect="1"/>
          </p:cNvPicPr>
          <p:nvPr/>
        </p:nvPicPr>
        <p:blipFill>
          <a:blip r:embed="rId3"/>
          <a:srcRect l="77794" b="11448"/>
          <a:stretch>
            <a:fillRect/>
          </a:stretch>
        </p:blipFill>
        <p:spPr>
          <a:xfrm>
            <a:off x="2709545" y="1861820"/>
            <a:ext cx="2322572" cy="2124000"/>
          </a:xfrm>
          <a:prstGeom prst="rect">
            <a:avLst/>
          </a:prstGeom>
        </p:spPr>
      </p:pic>
      <p:pic>
        <p:nvPicPr>
          <p:cNvPr id="8" name="图片 7"/>
          <p:cNvPicPr>
            <a:picLocks noChangeAspect="1"/>
          </p:cNvPicPr>
          <p:nvPr/>
        </p:nvPicPr>
        <p:blipFill>
          <a:blip r:embed="rId3"/>
          <a:srcRect r="77794" b="12131"/>
          <a:stretch>
            <a:fillRect/>
          </a:stretch>
        </p:blipFill>
        <p:spPr>
          <a:xfrm>
            <a:off x="5994142" y="1861820"/>
            <a:ext cx="2340610" cy="2124000"/>
          </a:xfrm>
          <a:prstGeom prst="rect">
            <a:avLst/>
          </a:prstGeom>
        </p:spPr>
      </p:pic>
      <p:pic>
        <p:nvPicPr>
          <p:cNvPr id="9" name="图片 8" descr="360截图162402029111289"/>
          <p:cNvPicPr>
            <a:picLocks noChangeAspect="1"/>
          </p:cNvPicPr>
          <p:nvPr/>
        </p:nvPicPr>
        <p:blipFill>
          <a:blip r:embed="rId4"/>
          <a:stretch>
            <a:fillRect/>
          </a:stretch>
        </p:blipFill>
        <p:spPr>
          <a:xfrm>
            <a:off x="9296777" y="1861820"/>
            <a:ext cx="2105025" cy="2124000"/>
          </a:xfrm>
          <a:prstGeom prst="rect">
            <a:avLst/>
          </a:prstGeom>
        </p:spPr>
      </p:pic>
      <p:sp>
        <p:nvSpPr>
          <p:cNvPr id="2" name="文本框 1"/>
          <p:cNvSpPr txBox="1"/>
          <p:nvPr/>
        </p:nvSpPr>
        <p:spPr>
          <a:xfrm>
            <a:off x="2342515" y="4076700"/>
            <a:ext cx="3103880" cy="2497455"/>
          </a:xfrm>
          <a:prstGeom prst="rect">
            <a:avLst/>
          </a:prstGeom>
          <a:noFill/>
        </p:spPr>
        <p:txBody>
          <a:bodyPr wrap="none" rtlCol="0" anchor="t">
            <a:spAutoFit/>
          </a:bodyPr>
          <a:p>
            <a:pPr algn="ctr"/>
            <a:r>
              <a:rPr lang="zh-CN" altLang="en-US" sz="2300">
                <a:solidFill>
                  <a:srgbClr val="404040"/>
                </a:solidFill>
                <a:latin typeface="Times New Roman" panose="02020603050405020304" pitchFamily="18" charset="0"/>
                <a:sym typeface="+mn-ea"/>
              </a:rPr>
              <a:t>无色、透明、固体、</a:t>
            </a:r>
            <a:endParaRPr lang="zh-CN" altLang="en-US" sz="2300">
              <a:solidFill>
                <a:srgbClr val="404040"/>
              </a:solidFill>
              <a:latin typeface="Times New Roman" panose="02020603050405020304" pitchFamily="18" charset="0"/>
              <a:sym typeface="+mn-ea"/>
            </a:endParaRPr>
          </a:p>
          <a:p>
            <a:pPr algn="l"/>
            <a:r>
              <a:rPr lang="zh-CN" altLang="en-US" sz="2300">
                <a:solidFill>
                  <a:srgbClr val="404040"/>
                </a:solidFill>
                <a:latin typeface="Times New Roman" panose="02020603050405020304" pitchFamily="18" charset="0"/>
                <a:sym typeface="+mn-ea"/>
              </a:rPr>
              <a:t>  有光泽</a:t>
            </a:r>
            <a:endParaRPr lang="zh-CN" altLang="en-US" sz="2300">
              <a:solidFill>
                <a:srgbClr val="404040"/>
              </a:solidFill>
              <a:latin typeface="Times New Roman" panose="02020603050405020304" pitchFamily="18" charset="0"/>
              <a:sym typeface="+mn-ea"/>
            </a:endParaRPr>
          </a:p>
          <a:p>
            <a:pPr algn="ctr">
              <a:lnSpc>
                <a:spcPct val="170000"/>
              </a:lnSpc>
              <a:spcBef>
                <a:spcPts val="0"/>
              </a:spcBef>
              <a:spcAft>
                <a:spcPts val="0"/>
              </a:spcAft>
            </a:pPr>
            <a:r>
              <a:rPr lang="zh-CN" altLang="en-US" sz="2300">
                <a:solidFill>
                  <a:srgbClr val="404040"/>
                </a:solidFill>
                <a:latin typeface="Times New Roman" panose="02020603050405020304" pitchFamily="18" charset="0"/>
                <a:sym typeface="+mn-ea"/>
              </a:rPr>
              <a:t>几乎不导电</a:t>
            </a:r>
            <a:endParaRPr lang="zh-CN" altLang="en-US" sz="2300">
              <a:solidFill>
                <a:srgbClr val="404040"/>
              </a:solidFill>
              <a:latin typeface="Times New Roman" panose="02020603050405020304" pitchFamily="18" charset="0"/>
              <a:sym typeface="+mn-ea"/>
            </a:endParaRPr>
          </a:p>
          <a:p>
            <a:pPr algn="ctr">
              <a:lnSpc>
                <a:spcPct val="160000"/>
              </a:lnSpc>
              <a:spcBef>
                <a:spcPts val="0"/>
              </a:spcBef>
              <a:spcAft>
                <a:spcPts val="0"/>
              </a:spcAft>
            </a:pPr>
            <a:r>
              <a:rPr lang="zh-CN" altLang="en-US" sz="2300">
                <a:solidFill>
                  <a:srgbClr val="404040"/>
                </a:solidFill>
                <a:latin typeface="Times New Roman" panose="02020603050405020304" pitchFamily="18" charset="0"/>
                <a:sym typeface="+mn-ea"/>
              </a:rPr>
              <a:t>最硬</a:t>
            </a:r>
            <a:endParaRPr lang="zh-CN" altLang="en-US" sz="2300">
              <a:solidFill>
                <a:srgbClr val="404040"/>
              </a:solidFill>
              <a:latin typeface="Times New Roman" panose="02020603050405020304" pitchFamily="18" charset="0"/>
              <a:sym typeface="+mn-ea"/>
            </a:endParaRPr>
          </a:p>
          <a:p>
            <a:pPr algn="ctr">
              <a:lnSpc>
                <a:spcPct val="150000"/>
              </a:lnSpc>
            </a:pPr>
            <a:r>
              <a:rPr lang="zh-CN" altLang="en-US" sz="2300">
                <a:solidFill>
                  <a:srgbClr val="404040"/>
                </a:solidFill>
                <a:latin typeface="Times New Roman" panose="02020603050405020304" pitchFamily="18" charset="0"/>
                <a:sym typeface="+mn-ea"/>
              </a:rPr>
              <a:t>钻头、刻刀，装饰品等</a:t>
            </a:r>
            <a:endParaRPr lang="zh-CN" altLang="en-US"/>
          </a:p>
        </p:txBody>
      </p:sp>
      <p:sp>
        <p:nvSpPr>
          <p:cNvPr id="5" name="文本框 4"/>
          <p:cNvSpPr txBox="1"/>
          <p:nvPr/>
        </p:nvSpPr>
        <p:spPr>
          <a:xfrm>
            <a:off x="5446395" y="4076700"/>
            <a:ext cx="3395980" cy="2497455"/>
          </a:xfrm>
          <a:prstGeom prst="rect">
            <a:avLst/>
          </a:prstGeom>
          <a:noFill/>
        </p:spPr>
        <p:txBody>
          <a:bodyPr wrap="none" rtlCol="0" anchor="t">
            <a:spAutoFit/>
          </a:bodyPr>
          <a:p>
            <a:pPr algn="ctr"/>
            <a:r>
              <a:rPr lang="zh-CN" altLang="en-US" sz="2300">
                <a:solidFill>
                  <a:srgbClr val="404040"/>
                </a:solidFill>
                <a:latin typeface="Times New Roman" panose="02020603050405020304" pitchFamily="18" charset="0"/>
                <a:sym typeface="+mn-ea"/>
              </a:rPr>
              <a:t>深灰色，不透明、细鳞片</a:t>
            </a:r>
            <a:endParaRPr lang="zh-CN" altLang="en-US" sz="2300">
              <a:solidFill>
                <a:srgbClr val="404040"/>
              </a:solidFill>
              <a:latin typeface="Times New Roman" panose="02020603050405020304" pitchFamily="18" charset="0"/>
              <a:sym typeface="+mn-ea"/>
            </a:endParaRPr>
          </a:p>
          <a:p>
            <a:pPr algn="l"/>
            <a:r>
              <a:rPr lang="zh-CN" altLang="en-US" sz="2300">
                <a:solidFill>
                  <a:srgbClr val="404040"/>
                </a:solidFill>
                <a:latin typeface="Times New Roman" panose="02020603050405020304" pitchFamily="18" charset="0"/>
                <a:sym typeface="+mn-ea"/>
              </a:rPr>
              <a:t>状固体、金属光泽</a:t>
            </a:r>
            <a:endParaRPr lang="zh-CN" altLang="en-US" sz="2300">
              <a:solidFill>
                <a:srgbClr val="404040"/>
              </a:solidFill>
              <a:latin typeface="Times New Roman" panose="02020603050405020304" pitchFamily="18" charset="0"/>
              <a:sym typeface="+mn-ea"/>
            </a:endParaRPr>
          </a:p>
          <a:p>
            <a:pPr algn="ctr">
              <a:lnSpc>
                <a:spcPct val="170000"/>
              </a:lnSpc>
              <a:spcBef>
                <a:spcPts val="0"/>
              </a:spcBef>
              <a:spcAft>
                <a:spcPts val="0"/>
              </a:spcAft>
            </a:pPr>
            <a:r>
              <a:rPr lang="zh-CN" altLang="en-US" sz="2300">
                <a:solidFill>
                  <a:srgbClr val="404040"/>
                </a:solidFill>
                <a:latin typeface="Times New Roman" panose="02020603050405020304" pitchFamily="18" charset="0"/>
                <a:sym typeface="+mn-ea"/>
              </a:rPr>
              <a:t>导电性良好</a:t>
            </a:r>
            <a:endParaRPr lang="zh-CN" altLang="en-US" sz="2300">
              <a:solidFill>
                <a:srgbClr val="404040"/>
              </a:solidFill>
              <a:latin typeface="Times New Roman" panose="02020603050405020304" pitchFamily="18" charset="0"/>
              <a:sym typeface="+mn-ea"/>
            </a:endParaRPr>
          </a:p>
          <a:p>
            <a:pPr algn="ctr">
              <a:lnSpc>
                <a:spcPct val="160000"/>
              </a:lnSpc>
              <a:spcBef>
                <a:spcPts val="0"/>
              </a:spcBef>
              <a:spcAft>
                <a:spcPts val="0"/>
              </a:spcAft>
            </a:pPr>
            <a:r>
              <a:rPr lang="zh-CN" altLang="en-US" sz="2300">
                <a:solidFill>
                  <a:srgbClr val="404040"/>
                </a:solidFill>
                <a:latin typeface="Times New Roman" panose="02020603050405020304" pitchFamily="18" charset="0"/>
                <a:sym typeface="+mn-ea"/>
              </a:rPr>
              <a:t>质软</a:t>
            </a:r>
            <a:endParaRPr lang="zh-CN" altLang="en-US" sz="2300">
              <a:solidFill>
                <a:srgbClr val="404040"/>
              </a:solidFill>
              <a:latin typeface="Times New Roman" panose="02020603050405020304" pitchFamily="18" charset="0"/>
              <a:sym typeface="+mn-ea"/>
            </a:endParaRPr>
          </a:p>
          <a:p>
            <a:pPr algn="ctr">
              <a:lnSpc>
                <a:spcPct val="150000"/>
              </a:lnSpc>
            </a:pPr>
            <a:r>
              <a:rPr lang="zh-CN" altLang="en-US" sz="2300">
                <a:solidFill>
                  <a:srgbClr val="404040"/>
                </a:solidFill>
                <a:latin typeface="Times New Roman" panose="02020603050405020304" pitchFamily="18" charset="0"/>
                <a:sym typeface="+mn-ea"/>
              </a:rPr>
              <a:t>铅笔芯、电极、润滑剂等</a:t>
            </a:r>
            <a:endParaRPr lang="zh-CN" altLang="en-US" sz="2300">
              <a:solidFill>
                <a:srgbClr val="404040"/>
              </a:solidFill>
              <a:latin typeface="Times New Roman" panose="02020603050405020304" pitchFamily="18" charset="0"/>
              <a:sym typeface="+mn-ea"/>
            </a:endParaRPr>
          </a:p>
        </p:txBody>
      </p:sp>
      <p:sp>
        <p:nvSpPr>
          <p:cNvPr id="6" name="文本框 5"/>
          <p:cNvSpPr txBox="1"/>
          <p:nvPr/>
        </p:nvSpPr>
        <p:spPr>
          <a:xfrm>
            <a:off x="8912225" y="4076700"/>
            <a:ext cx="2811780" cy="2497455"/>
          </a:xfrm>
          <a:prstGeom prst="rect">
            <a:avLst/>
          </a:prstGeom>
          <a:noFill/>
        </p:spPr>
        <p:txBody>
          <a:bodyPr wrap="none" rtlCol="0" anchor="t">
            <a:spAutoFit/>
          </a:bodyPr>
          <a:p>
            <a:pPr algn="ctr"/>
            <a:r>
              <a:rPr lang="zh-CN" altLang="en-US" sz="2300">
                <a:solidFill>
                  <a:srgbClr val="404040"/>
                </a:solidFill>
                <a:latin typeface="Times New Roman" panose="02020603050405020304" pitchFamily="18" charset="0"/>
                <a:sym typeface="+mn-ea"/>
              </a:rPr>
              <a:t>黄色、固体、金属</a:t>
            </a:r>
            <a:endParaRPr lang="zh-CN" altLang="en-US" sz="2300">
              <a:solidFill>
                <a:srgbClr val="404040"/>
              </a:solidFill>
              <a:latin typeface="Times New Roman" panose="02020603050405020304" pitchFamily="18" charset="0"/>
              <a:sym typeface="+mn-ea"/>
            </a:endParaRPr>
          </a:p>
          <a:p>
            <a:pPr algn="l"/>
            <a:r>
              <a:rPr lang="zh-CN" altLang="en-US" sz="2300">
                <a:solidFill>
                  <a:srgbClr val="404040"/>
                </a:solidFill>
                <a:latin typeface="Times New Roman" panose="02020603050405020304" pitchFamily="18" charset="0"/>
                <a:sym typeface="+mn-ea"/>
              </a:rPr>
              <a:t>  光泽</a:t>
            </a:r>
            <a:endParaRPr lang="zh-CN" altLang="en-US" sz="2300">
              <a:solidFill>
                <a:srgbClr val="404040"/>
              </a:solidFill>
              <a:latin typeface="Times New Roman" panose="02020603050405020304" pitchFamily="18" charset="0"/>
              <a:sym typeface="+mn-ea"/>
            </a:endParaRPr>
          </a:p>
          <a:p>
            <a:pPr algn="ctr">
              <a:lnSpc>
                <a:spcPct val="170000"/>
              </a:lnSpc>
              <a:spcBef>
                <a:spcPts val="0"/>
              </a:spcBef>
              <a:spcAft>
                <a:spcPts val="0"/>
              </a:spcAft>
            </a:pPr>
            <a:r>
              <a:rPr lang="zh-CN" altLang="en-US" sz="2300">
                <a:solidFill>
                  <a:srgbClr val="404040"/>
                </a:solidFill>
                <a:latin typeface="Times New Roman" panose="02020603050405020304" pitchFamily="18" charset="0"/>
                <a:sym typeface="+mn-ea"/>
              </a:rPr>
              <a:t>几乎不导电</a:t>
            </a:r>
            <a:endParaRPr lang="zh-CN" altLang="en-US" sz="2300">
              <a:solidFill>
                <a:srgbClr val="404040"/>
              </a:solidFill>
              <a:latin typeface="Times New Roman" panose="02020603050405020304" pitchFamily="18" charset="0"/>
              <a:sym typeface="+mn-ea"/>
            </a:endParaRPr>
          </a:p>
          <a:p>
            <a:pPr algn="ctr">
              <a:lnSpc>
                <a:spcPct val="160000"/>
              </a:lnSpc>
              <a:spcBef>
                <a:spcPts val="0"/>
              </a:spcBef>
              <a:spcAft>
                <a:spcPts val="0"/>
              </a:spcAft>
            </a:pPr>
            <a:r>
              <a:rPr lang="zh-CN" altLang="en-US" sz="2300">
                <a:solidFill>
                  <a:srgbClr val="404040"/>
                </a:solidFill>
                <a:sym typeface="+mn-ea"/>
              </a:rPr>
              <a:t>质脆</a:t>
            </a:r>
            <a:endParaRPr lang="zh-CN" altLang="en-US" sz="2300">
              <a:solidFill>
                <a:srgbClr val="404040"/>
              </a:solidFill>
              <a:sym typeface="+mn-ea"/>
            </a:endParaRPr>
          </a:p>
          <a:p>
            <a:pPr algn="ctr">
              <a:lnSpc>
                <a:spcPct val="150000"/>
              </a:lnSpc>
            </a:pPr>
            <a:r>
              <a:rPr lang="zh-CN" altLang="en-US" sz="2300">
                <a:solidFill>
                  <a:srgbClr val="404040"/>
                </a:solidFill>
                <a:sym typeface="+mn-ea"/>
              </a:rPr>
              <a:t>制备新材料、器件等</a:t>
            </a:r>
            <a:endParaRPr lang="zh-CN" altLang="en-US" sz="2300">
              <a:solidFill>
                <a:srgbClr val="404040"/>
              </a:solidFill>
              <a:latin typeface="Times New Roman" panose="02020603050405020304" pitchFamily="18" charset="0"/>
              <a:sym typeface="+mn-ea"/>
            </a:endParaRPr>
          </a:p>
        </p:txBody>
      </p:sp>
      <p:sp>
        <p:nvSpPr>
          <p:cNvPr id="11" name="文本框 10"/>
          <p:cNvSpPr txBox="1"/>
          <p:nvPr/>
        </p:nvSpPr>
        <p:spPr>
          <a:xfrm>
            <a:off x="1283335" y="4304030"/>
            <a:ext cx="1059180" cy="1754505"/>
          </a:xfrm>
          <a:prstGeom prst="rect">
            <a:avLst/>
          </a:prstGeom>
          <a:noFill/>
        </p:spPr>
        <p:txBody>
          <a:bodyPr wrap="none" rtlCol="0" anchor="t">
            <a:spAutoFit/>
          </a:bodyPr>
          <a:p>
            <a:pPr algn="ctr"/>
            <a:r>
              <a:rPr lang="zh-CN" altLang="en-US" sz="2300">
                <a:solidFill>
                  <a:srgbClr val="404040"/>
                </a:solidFill>
                <a:latin typeface="Times New Roman" panose="02020603050405020304" pitchFamily="18" charset="0"/>
                <a:sym typeface="+mn-ea"/>
              </a:rPr>
              <a:t>外观</a:t>
            </a:r>
            <a:endParaRPr lang="zh-CN" altLang="en-US" sz="2300">
              <a:solidFill>
                <a:srgbClr val="404040"/>
              </a:solidFill>
              <a:latin typeface="Times New Roman" panose="02020603050405020304" pitchFamily="18" charset="0"/>
              <a:sym typeface="+mn-ea"/>
            </a:endParaRPr>
          </a:p>
          <a:p>
            <a:pPr algn="ctr">
              <a:lnSpc>
                <a:spcPct val="220000"/>
              </a:lnSpc>
              <a:spcBef>
                <a:spcPts val="0"/>
              </a:spcBef>
              <a:spcAft>
                <a:spcPts val="0"/>
              </a:spcAft>
            </a:pPr>
            <a:r>
              <a:rPr lang="zh-CN" altLang="en-US" sz="2300">
                <a:solidFill>
                  <a:srgbClr val="404040"/>
                </a:solidFill>
                <a:latin typeface="Times New Roman" panose="02020603050405020304" pitchFamily="18" charset="0"/>
                <a:sym typeface="+mn-ea"/>
              </a:rPr>
              <a:t>导电性</a:t>
            </a:r>
            <a:endParaRPr lang="zh-CN" altLang="en-US" sz="2300">
              <a:solidFill>
                <a:srgbClr val="404040"/>
              </a:solidFill>
              <a:latin typeface="Times New Roman" panose="02020603050405020304" pitchFamily="18" charset="0"/>
              <a:sym typeface="+mn-ea"/>
            </a:endParaRPr>
          </a:p>
          <a:p>
            <a:pPr algn="ctr">
              <a:lnSpc>
                <a:spcPct val="150000"/>
              </a:lnSpc>
            </a:pPr>
            <a:r>
              <a:rPr lang="zh-CN" altLang="en-US" sz="2300">
                <a:solidFill>
                  <a:srgbClr val="404040"/>
                </a:solidFill>
                <a:latin typeface="Times New Roman" panose="02020603050405020304" pitchFamily="18" charset="0"/>
                <a:sym typeface="+mn-ea"/>
              </a:rPr>
              <a:t>硬度</a:t>
            </a:r>
            <a:endParaRPr lang="zh-CN" altLang="en-US" sz="2300">
              <a:solidFill>
                <a:srgbClr val="404040"/>
              </a:solidFill>
              <a:latin typeface="Times New Roman" panose="02020603050405020304" pitchFamily="18" charset="0"/>
              <a:sym typeface="+mn-ea"/>
            </a:endParaRPr>
          </a:p>
        </p:txBody>
      </p:sp>
      <p:grpSp>
        <p:nvGrpSpPr>
          <p:cNvPr id="13" name="组合 12"/>
          <p:cNvGrpSpPr/>
          <p:nvPr/>
        </p:nvGrpSpPr>
        <p:grpSpPr>
          <a:xfrm>
            <a:off x="4669859" y="2116756"/>
            <a:ext cx="1411703" cy="449179"/>
            <a:chOff x="4395539" y="1796716"/>
            <a:chExt cx="1411703" cy="449179"/>
          </a:xfrm>
        </p:grpSpPr>
        <p:cxnSp>
          <p:nvCxnSpPr>
            <p:cNvPr id="12" name="直接箭头连接符 11"/>
            <p:cNvCxnSpPr/>
            <p:nvPr/>
          </p:nvCxnSpPr>
          <p:spPr>
            <a:xfrm flipH="1">
              <a:off x="4395539" y="1796716"/>
              <a:ext cx="625640" cy="417096"/>
            </a:xfrm>
            <a:prstGeom prst="straightConnector1">
              <a:avLst/>
            </a:prstGeom>
            <a:ln w="25400">
              <a:solidFill>
                <a:srgbClr val="205C78"/>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4981074" y="1804736"/>
              <a:ext cx="826168" cy="441159"/>
            </a:xfrm>
            <a:prstGeom prst="straightConnector1">
              <a:avLst/>
            </a:prstGeom>
            <a:ln w="25400">
              <a:solidFill>
                <a:srgbClr val="205C78"/>
              </a:solidFill>
              <a:tailEnd type="triangle" w="lg" len="med"/>
            </a:ln>
          </p:spPr>
          <p:style>
            <a:lnRef idx="1">
              <a:schemeClr val="accent1"/>
            </a:lnRef>
            <a:fillRef idx="0">
              <a:schemeClr val="accent1"/>
            </a:fillRef>
            <a:effectRef idx="0">
              <a:schemeClr val="accent1"/>
            </a:effectRef>
            <a:fontRef idx="minor">
              <a:schemeClr val="tx1"/>
            </a:fontRef>
          </p:style>
        </p:cxnSp>
      </p:grpSp>
      <p:sp>
        <p:nvSpPr>
          <p:cNvPr id="15" name="矩形 14"/>
          <p:cNvSpPr/>
          <p:nvPr/>
        </p:nvSpPr>
        <p:spPr>
          <a:xfrm>
            <a:off x="4474941" y="1630827"/>
            <a:ext cx="1821332" cy="461665"/>
          </a:xfrm>
          <a:prstGeom prst="rect">
            <a:avLst/>
          </a:prstGeom>
          <a:gradFill>
            <a:gsLst>
              <a:gs pos="0">
                <a:srgbClr val="23607C"/>
              </a:gs>
              <a:gs pos="100000">
                <a:srgbClr val="0C364F"/>
              </a:gs>
            </a:gsLst>
            <a:lin scaled="1"/>
          </a:gradFill>
        </p:spPr>
        <p:txBody>
          <a:bodyPr wrap="none">
            <a:spAutoFit/>
          </a:bodyPr>
          <a:p>
            <a:r>
              <a:rPr lang="zh-CN" altLang="zh-CN" sz="2400" b="1" kern="100" dirty="0" smtClean="0">
                <a:solidFill>
                  <a:schemeClr val="bg1"/>
                </a:solidFill>
                <a:latin typeface="方正粗黑宋简体" panose="02000000000000000000" pitchFamily="2" charset="-122"/>
                <a:ea typeface="方正粗黑宋简体" panose="02000000000000000000" pitchFamily="2" charset="-122"/>
              </a:rPr>
              <a:t> </a:t>
            </a:r>
            <a:r>
              <a:rPr lang="zh-CN" altLang="en-US" sz="2400" b="1" kern="100" dirty="0" smtClean="0">
                <a:solidFill>
                  <a:schemeClr val="bg1"/>
                </a:solidFill>
                <a:latin typeface="方正粗黑宋简体" panose="02000000000000000000" pitchFamily="2" charset="-122"/>
                <a:ea typeface="方正粗黑宋简体" panose="02000000000000000000" pitchFamily="2" charset="-122"/>
              </a:rPr>
              <a:t>碳原子构成</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grpSp>
        <p:nvGrpSpPr>
          <p:cNvPr id="18" name="组合 17"/>
          <p:cNvGrpSpPr/>
          <p:nvPr/>
        </p:nvGrpSpPr>
        <p:grpSpPr>
          <a:xfrm>
            <a:off x="8120380" y="1401445"/>
            <a:ext cx="1824990" cy="751205"/>
            <a:chOff x="12788" y="2207"/>
            <a:chExt cx="2874" cy="1183"/>
          </a:xfrm>
        </p:grpSpPr>
        <p:sp>
          <p:nvSpPr>
            <p:cNvPr id="16" name="矩形 15"/>
            <p:cNvSpPr/>
            <p:nvPr/>
          </p:nvSpPr>
          <p:spPr>
            <a:xfrm>
              <a:off x="12788" y="2207"/>
              <a:ext cx="2875" cy="725"/>
            </a:xfrm>
            <a:prstGeom prst="rect">
              <a:avLst/>
            </a:prstGeom>
            <a:gradFill>
              <a:gsLst>
                <a:gs pos="0">
                  <a:srgbClr val="23607C"/>
                </a:gs>
                <a:gs pos="100000">
                  <a:srgbClr val="0C364F"/>
                </a:gs>
              </a:gsLst>
              <a:lin scaled="1"/>
            </a:gradFill>
            <a:ln>
              <a:noFill/>
            </a:ln>
          </p:spPr>
          <p:txBody>
            <a:bodyPr wrap="none">
              <a:spAutoFit/>
            </a:bodyPr>
            <a:p>
              <a:r>
                <a:rPr lang="en-US" sz="2400" b="1" kern="100" dirty="0" smtClean="0">
                  <a:solidFill>
                    <a:schemeClr val="bg1"/>
                  </a:solidFill>
                  <a:latin typeface="Times New Roman" panose="02020603050405020304" pitchFamily="18" charset="0"/>
                  <a:ea typeface="方正粗黑宋简体" panose="02000000000000000000" pitchFamily="2" charset="-122"/>
                  <a:cs typeface="Times New Roman" panose="02020603050405020304" pitchFamily="18" charset="0"/>
                </a:rPr>
                <a:t>C</a:t>
              </a:r>
              <a:r>
                <a:rPr lang="en-US" altLang="zh-CN" sz="2400" b="1" kern="100" baseline="-25000" dirty="0" smtClean="0">
                  <a:solidFill>
                    <a:schemeClr val="bg1"/>
                  </a:solidFill>
                  <a:latin typeface="Times New Roman" panose="02020603050405020304" pitchFamily="18" charset="0"/>
                  <a:ea typeface="方正粗黑宋简体" panose="02000000000000000000" pitchFamily="2" charset="-122"/>
                  <a:cs typeface="Times New Roman" panose="02020603050405020304" pitchFamily="18" charset="0"/>
                </a:rPr>
                <a:t>60</a:t>
              </a:r>
              <a:r>
                <a:rPr lang="zh-CN" altLang="en-US" sz="2400" b="1" kern="100" dirty="0" smtClean="0">
                  <a:solidFill>
                    <a:schemeClr val="bg1"/>
                  </a:solidFill>
                  <a:latin typeface="方正粗黑宋简体" panose="02000000000000000000" pitchFamily="2" charset="-122"/>
                  <a:ea typeface="方正粗黑宋简体" panose="02000000000000000000" pitchFamily="2" charset="-122"/>
                </a:rPr>
                <a:t>分子构成</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cxnSp>
          <p:nvCxnSpPr>
            <p:cNvPr id="17" name="直接箭头连接符 16"/>
            <p:cNvCxnSpPr/>
            <p:nvPr/>
          </p:nvCxnSpPr>
          <p:spPr>
            <a:xfrm>
              <a:off x="14237" y="2908"/>
              <a:ext cx="850" cy="482"/>
            </a:xfrm>
            <a:prstGeom prst="straightConnector1">
              <a:avLst/>
            </a:prstGeom>
            <a:ln w="25400">
              <a:solidFill>
                <a:srgbClr val="205C78"/>
              </a:solidFill>
              <a:tailEnd type="triangle" w="lg" len="med"/>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blinds(horizontal)">
                                      <p:cBhvr>
                                        <p:cTn id="22" dur="5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blinds(horizontal)">
                                      <p:cBhvr>
                                        <p:cTn id="27" dur="500"/>
                                        <p:tgtEl>
                                          <p:spTgt spid="2">
                                            <p:txEl>
                                              <p:pRg st="0" end="0"/>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Effect transition="in" filter="blinds(horizontal)">
                                      <p:cBhvr>
                                        <p:cTn id="30" dur="500"/>
                                        <p:tgtEl>
                                          <p:spTgt spid="2">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animEffect transition="in" filter="blinds(horizontal)">
                                      <p:cBhvr>
                                        <p:cTn id="35" dur="500"/>
                                        <p:tgtEl>
                                          <p:spTgt spid="5">
                                            <p:txEl>
                                              <p:pRg st="0" end="0"/>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5">
                                            <p:txEl>
                                              <p:pRg st="1" end="1"/>
                                            </p:txEl>
                                          </p:spTgt>
                                        </p:tgtEl>
                                        <p:attrNameLst>
                                          <p:attrName>style.visibility</p:attrName>
                                        </p:attrNameLst>
                                      </p:cBhvr>
                                      <p:to>
                                        <p:strVal val="visible"/>
                                      </p:to>
                                    </p:set>
                                    <p:animEffect transition="in" filter="blinds(horizontal)">
                                      <p:cBhvr>
                                        <p:cTn id="38" dur="500"/>
                                        <p:tgtEl>
                                          <p:spTgt spid="5">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Effect transition="in" filter="blinds(horizontal)">
                                      <p:cBhvr>
                                        <p:cTn id="43" dur="500"/>
                                        <p:tgtEl>
                                          <p:spTgt spid="6">
                                            <p:txEl>
                                              <p:pRg st="0" end="0"/>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6">
                                            <p:txEl>
                                              <p:pRg st="1" end="1"/>
                                            </p:txEl>
                                          </p:spTgt>
                                        </p:tgtEl>
                                        <p:attrNameLst>
                                          <p:attrName>style.visibility</p:attrName>
                                        </p:attrNameLst>
                                      </p:cBhvr>
                                      <p:to>
                                        <p:strVal val="visible"/>
                                      </p:to>
                                    </p:set>
                                    <p:animEffect transition="in" filter="blinds(horizontal)">
                                      <p:cBhvr>
                                        <p:cTn id="46" dur="500"/>
                                        <p:tgtEl>
                                          <p:spTgt spid="6">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11">
                                            <p:txEl>
                                              <p:pRg st="1" end="1"/>
                                            </p:txEl>
                                          </p:spTgt>
                                        </p:tgtEl>
                                        <p:attrNameLst>
                                          <p:attrName>style.visibility</p:attrName>
                                        </p:attrNameLst>
                                      </p:cBhvr>
                                      <p:to>
                                        <p:strVal val="visible"/>
                                      </p:to>
                                    </p:set>
                                    <p:animEffect transition="in" filter="blinds(horizontal)">
                                      <p:cBhvr>
                                        <p:cTn id="51" dur="500"/>
                                        <p:tgtEl>
                                          <p:spTgt spid="11">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2">
                                            <p:txEl>
                                              <p:pRg st="2" end="2"/>
                                            </p:txEl>
                                          </p:spTgt>
                                        </p:tgtEl>
                                        <p:attrNameLst>
                                          <p:attrName>style.visibility</p:attrName>
                                        </p:attrNameLst>
                                      </p:cBhvr>
                                      <p:to>
                                        <p:strVal val="visible"/>
                                      </p:to>
                                    </p:set>
                                    <p:animEffect transition="in" filter="blinds(horizontal)">
                                      <p:cBhvr>
                                        <p:cTn id="56" dur="500"/>
                                        <p:tgtEl>
                                          <p:spTgt spid="2">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5">
                                            <p:txEl>
                                              <p:pRg st="2" end="2"/>
                                            </p:txEl>
                                          </p:spTgt>
                                        </p:tgtEl>
                                        <p:attrNameLst>
                                          <p:attrName>style.visibility</p:attrName>
                                        </p:attrNameLst>
                                      </p:cBhvr>
                                      <p:to>
                                        <p:strVal val="visible"/>
                                      </p:to>
                                    </p:set>
                                    <p:animEffect transition="in" filter="blinds(horizontal)">
                                      <p:cBhvr>
                                        <p:cTn id="61" dur="500"/>
                                        <p:tgtEl>
                                          <p:spTgt spid="5">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6">
                                            <p:txEl>
                                              <p:pRg st="2" end="2"/>
                                            </p:txEl>
                                          </p:spTgt>
                                        </p:tgtEl>
                                        <p:attrNameLst>
                                          <p:attrName>style.visibility</p:attrName>
                                        </p:attrNameLst>
                                      </p:cBhvr>
                                      <p:to>
                                        <p:strVal val="visible"/>
                                      </p:to>
                                    </p:set>
                                    <p:animEffect transition="in" filter="blinds(horizontal)">
                                      <p:cBhvr>
                                        <p:cTn id="66" dur="500"/>
                                        <p:tgtEl>
                                          <p:spTgt spid="6">
                                            <p:txEl>
                                              <p:pRg st="2" end="2"/>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11">
                                            <p:txEl>
                                              <p:pRg st="2" end="2"/>
                                            </p:txEl>
                                          </p:spTgt>
                                        </p:tgtEl>
                                        <p:attrNameLst>
                                          <p:attrName>style.visibility</p:attrName>
                                        </p:attrNameLst>
                                      </p:cBhvr>
                                      <p:to>
                                        <p:strVal val="visible"/>
                                      </p:to>
                                    </p:set>
                                    <p:animEffect transition="in" filter="blinds(horizontal)">
                                      <p:cBhvr>
                                        <p:cTn id="71" dur="500"/>
                                        <p:tgtEl>
                                          <p:spTgt spid="11">
                                            <p:txEl>
                                              <p:pRg st="2" end="2"/>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2">
                                            <p:txEl>
                                              <p:pRg st="3" end="3"/>
                                            </p:txEl>
                                          </p:spTgt>
                                        </p:tgtEl>
                                        <p:attrNameLst>
                                          <p:attrName>style.visibility</p:attrName>
                                        </p:attrNameLst>
                                      </p:cBhvr>
                                      <p:to>
                                        <p:strVal val="visible"/>
                                      </p:to>
                                    </p:set>
                                    <p:animEffect transition="in" filter="blinds(horizontal)">
                                      <p:cBhvr>
                                        <p:cTn id="76" dur="500"/>
                                        <p:tgtEl>
                                          <p:spTgt spid="2">
                                            <p:txEl>
                                              <p:pRg st="3" end="3"/>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5">
                                            <p:txEl>
                                              <p:pRg st="3" end="3"/>
                                            </p:txEl>
                                          </p:spTgt>
                                        </p:tgtEl>
                                        <p:attrNameLst>
                                          <p:attrName>style.visibility</p:attrName>
                                        </p:attrNameLst>
                                      </p:cBhvr>
                                      <p:to>
                                        <p:strVal val="visible"/>
                                      </p:to>
                                    </p:set>
                                    <p:animEffect transition="in" filter="blinds(horizontal)">
                                      <p:cBhvr>
                                        <p:cTn id="81" dur="500"/>
                                        <p:tgtEl>
                                          <p:spTgt spid="5">
                                            <p:txEl>
                                              <p:pRg st="3" end="3"/>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6">
                                            <p:txEl>
                                              <p:pRg st="3" end="3"/>
                                            </p:txEl>
                                          </p:spTgt>
                                        </p:tgtEl>
                                        <p:attrNameLst>
                                          <p:attrName>style.visibility</p:attrName>
                                        </p:attrNameLst>
                                      </p:cBhvr>
                                      <p:to>
                                        <p:strVal val="visible"/>
                                      </p:to>
                                    </p:set>
                                    <p:animEffect transition="in" filter="blinds(horizontal)">
                                      <p:cBhvr>
                                        <p:cTn id="86" dur="500"/>
                                        <p:tgtEl>
                                          <p:spTgt spid="6">
                                            <p:txEl>
                                              <p:pRg st="3" end="3"/>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2">
                                            <p:txEl>
                                              <p:pRg st="4" end="4"/>
                                            </p:txEl>
                                          </p:spTgt>
                                        </p:tgtEl>
                                        <p:attrNameLst>
                                          <p:attrName>style.visibility</p:attrName>
                                        </p:attrNameLst>
                                      </p:cBhvr>
                                      <p:to>
                                        <p:strVal val="visible"/>
                                      </p:to>
                                    </p:set>
                                    <p:animEffect transition="in" filter="blinds(horizontal)">
                                      <p:cBhvr>
                                        <p:cTn id="91" dur="500"/>
                                        <p:tgtEl>
                                          <p:spTgt spid="2">
                                            <p:txEl>
                                              <p:pRg st="4" end="4"/>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5">
                                            <p:txEl>
                                              <p:pRg st="4" end="4"/>
                                            </p:txEl>
                                          </p:spTgt>
                                        </p:tgtEl>
                                        <p:attrNameLst>
                                          <p:attrName>style.visibility</p:attrName>
                                        </p:attrNameLst>
                                      </p:cBhvr>
                                      <p:to>
                                        <p:strVal val="visible"/>
                                      </p:to>
                                    </p:set>
                                    <p:animEffect transition="in" filter="blinds(horizontal)">
                                      <p:cBhvr>
                                        <p:cTn id="96" dur="500"/>
                                        <p:tgtEl>
                                          <p:spTgt spid="5">
                                            <p:txEl>
                                              <p:pRg st="4" end="4"/>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6">
                                            <p:txEl>
                                              <p:pRg st="4" end="4"/>
                                            </p:txEl>
                                          </p:spTgt>
                                        </p:tgtEl>
                                        <p:attrNameLst>
                                          <p:attrName>style.visibility</p:attrName>
                                        </p:attrNameLst>
                                      </p:cBhvr>
                                      <p:to>
                                        <p:strVal val="visible"/>
                                      </p:to>
                                    </p:set>
                                    <p:animEffect transition="in" filter="blinds(horizontal)">
                                      <p:cBhvr>
                                        <p:cTn id="101" dur="500"/>
                                        <p:tgtEl>
                                          <p:spTgt spid="6">
                                            <p:txEl>
                                              <p:pRg st="4" end="4"/>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15"/>
                                        </p:tgtEl>
                                        <p:attrNameLst>
                                          <p:attrName>style.visibility</p:attrName>
                                        </p:attrNameLst>
                                      </p:cBhvr>
                                      <p:to>
                                        <p:strVal val="visible"/>
                                      </p:to>
                                    </p:set>
                                    <p:animEffect transition="in" filter="blinds(horizontal)">
                                      <p:cBhvr>
                                        <p:cTn id="106" dur="500"/>
                                        <p:tgtEl>
                                          <p:spTgt spid="15"/>
                                        </p:tgtEl>
                                      </p:cBhvr>
                                    </p:animEffect>
                                  </p:childTnLst>
                                </p:cTn>
                              </p:par>
                              <p:par>
                                <p:cTn id="107" presetID="3" presetClass="entr" presetSubtype="10" fill="hold" nodeType="withEffect">
                                  <p:stCondLst>
                                    <p:cond delay="0"/>
                                  </p:stCondLst>
                                  <p:childTnLst>
                                    <p:set>
                                      <p:cBhvr>
                                        <p:cTn id="108" dur="1" fill="hold">
                                          <p:stCondLst>
                                            <p:cond delay="0"/>
                                          </p:stCondLst>
                                        </p:cTn>
                                        <p:tgtEl>
                                          <p:spTgt spid="13"/>
                                        </p:tgtEl>
                                        <p:attrNameLst>
                                          <p:attrName>style.visibility</p:attrName>
                                        </p:attrNameLst>
                                      </p:cBhvr>
                                      <p:to>
                                        <p:strVal val="visible"/>
                                      </p:to>
                                    </p:set>
                                    <p:animEffect transition="in" filter="blinds(horizontal)">
                                      <p:cBhvr>
                                        <p:cTn id="10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custDataLst>
              <p:tags r:id="rId1"/>
            </p:custDataLst>
          </p:nvPr>
        </p:nvGraphicFramePr>
        <p:xfrm>
          <a:off x="580390" y="223520"/>
          <a:ext cx="11174105" cy="5975700"/>
        </p:xfrm>
        <a:graphic>
          <a:graphicData uri="http://schemas.openxmlformats.org/drawingml/2006/table">
            <a:tbl>
              <a:tblPr firstRow="1" bandRow="1">
                <a:tableStyleId>{5C22544A-7EE6-4342-B048-85BDC9FD1C3A}</a:tableStyleId>
              </a:tblPr>
              <a:tblGrid>
                <a:gridCol w="936000"/>
                <a:gridCol w="10238105"/>
              </a:tblGrid>
              <a:tr h="647700">
                <a:tc gridSpan="2">
                  <a:txBody>
                    <a:bodyPr/>
                    <a:p>
                      <a:pPr>
                        <a:buNone/>
                      </a:pPr>
                      <a:r>
                        <a:rPr lang="zh-CN" altLang="en-US" sz="2400">
                          <a:solidFill>
                            <a:srgbClr val="FFFFFF"/>
                          </a:solidFill>
                          <a:uFillTx/>
                          <a:latin typeface="Times New Roman" panose="02020603050405020304" pitchFamily="18" charset="0"/>
                          <a:ea typeface="方正粗黑宋简体" panose="02000000000000000000" pitchFamily="2" charset="-122"/>
                        </a:rPr>
                        <a:t>1.由碳元素形成的三种单质：金刚石、石墨、C</a:t>
                      </a:r>
                      <a:r>
                        <a:rPr lang="en-US" altLang="zh-CN" sz="2400" baseline="-25000">
                          <a:solidFill>
                            <a:srgbClr val="FFFFFF"/>
                          </a:solidFill>
                          <a:uFillTx/>
                          <a:latin typeface="Times New Roman" panose="02020603050405020304" pitchFamily="18" charset="0"/>
                          <a:ea typeface="方正粗黑宋简体" panose="02000000000000000000" pitchFamily="2" charset="-122"/>
                        </a:rPr>
                        <a:t>60</a:t>
                      </a:r>
                      <a:endParaRPr lang="en-US" altLang="zh-CN" sz="2400" baseline="-25000">
                        <a:solidFill>
                          <a:srgbClr val="FFFFFF"/>
                        </a:solidFill>
                        <a:uFillTx/>
                        <a:latin typeface="Times New Roman" panose="02020603050405020304" pitchFamily="18" charset="0"/>
                        <a:ea typeface="方正粗黑宋简体" panose="02000000000000000000" pitchFamily="2" charset="-122"/>
                      </a:endParaRPr>
                    </a:p>
                  </a:txBody>
                  <a:tcPr marL="36195" marR="36195" marT="36195" marB="36195" anchor="ctr" anchorCtr="0">
                    <a:lnL w="19050" cap="rnd">
                      <a:solidFill>
                        <a:srgbClr val="584E61"/>
                      </a:solidFill>
                      <a:prstDash val="solid"/>
                    </a:lnL>
                    <a:lnR w="19050">
                      <a:solidFill>
                        <a:srgbClr val="584E61"/>
                      </a:solidFill>
                      <a:prstDash val="solid"/>
                    </a:lnR>
                    <a:lnT w="19050" cap="rnd">
                      <a:solidFill>
                        <a:srgbClr val="584E61"/>
                      </a:solidFill>
                      <a:prstDash val="solid"/>
                    </a:lnT>
                    <a:lnB w="19050">
                      <a:solidFill>
                        <a:srgbClr val="584E61"/>
                      </a:solidFill>
                      <a:prstDash val="solid"/>
                    </a:lnB>
                    <a:solidFill>
                      <a:srgbClr val="584E61"/>
                    </a:solidFill>
                  </a:tcPr>
                </a:tc>
                <a:tc hMerge="1">
                  <a:tcPr>
                    <a:lnT w="19050" cap="rnd">
                      <a:solidFill>
                        <a:srgbClr val="584E61"/>
                      </a:solidFill>
                      <a:prstDash val="solid"/>
                    </a:lnT>
                    <a:lnB w="19050">
                      <a:solidFill>
                        <a:srgbClr val="584E61"/>
                      </a:solidFill>
                      <a:prstDash val="solid"/>
                    </a:lnB>
                  </a:tcPr>
                </a:tc>
              </a:tr>
              <a:tr h="828000">
                <a:tc>
                  <a:txBody>
                    <a:bodyPr/>
                    <a:p>
                      <a:pPr algn="ctr">
                        <a:buNone/>
                      </a:pPr>
                      <a:r>
                        <a:rPr lang="zh-CN" altLang="en-US" sz="2300" b="1">
                          <a:solidFill>
                            <a:srgbClr val="404040"/>
                          </a:solidFill>
                          <a:uFillTx/>
                          <a:latin typeface="Times New Roman" panose="02020603050405020304" pitchFamily="18" charset="0"/>
                          <a:ea typeface="方正粗黑宋简体" panose="02000000000000000000" pitchFamily="2" charset="-122"/>
                          <a:sym typeface="+mn-ea"/>
                        </a:rPr>
                        <a:t>差异原因</a:t>
                      </a:r>
                      <a:endParaRPr lang="en-US" altLang="zh-CN" sz="2400" b="1">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584E61"/>
                      </a:solidFill>
                      <a:prstDash val="solid"/>
                    </a:lnL>
                    <a:lnR w="3175">
                      <a:solidFill>
                        <a:srgbClr val="584E61"/>
                      </a:solidFill>
                      <a:prstDash val="dot"/>
                    </a:lnR>
                    <a:lnT w="3175">
                      <a:solidFill>
                        <a:srgbClr val="584E61"/>
                      </a:solidFill>
                      <a:prstDash val="dot"/>
                    </a:lnT>
                    <a:lnB w="19050">
                      <a:solidFill>
                        <a:srgbClr val="584E61"/>
                      </a:solidFill>
                      <a:prstDash val="solid"/>
                    </a:lnB>
                    <a:solidFill>
                      <a:srgbClr val="FFFFFF"/>
                    </a:solidFill>
                  </a:tcPr>
                </a:tc>
                <a:tc>
                  <a:txBody>
                    <a:bodyPr/>
                    <a:p>
                      <a:pPr>
                        <a:buNone/>
                      </a:pPr>
                      <a:endParaRPr lang="zh-CN" altLang="en-US" sz="2300">
                        <a:solidFill>
                          <a:srgbClr val="584E61"/>
                        </a:solidFill>
                      </a:endParaRPr>
                    </a:p>
                  </a:txBody>
                  <a:tcPr marL="36195" marR="36195" marT="36195" marB="36195">
                    <a:lnL w="3175">
                      <a:solidFill>
                        <a:srgbClr val="584E61"/>
                      </a:solidFill>
                      <a:prstDash val="dot"/>
                    </a:lnL>
                    <a:lnR w="19050" cap="rnd">
                      <a:solidFill>
                        <a:srgbClr val="584E61"/>
                      </a:solidFill>
                      <a:prstDash val="solid"/>
                    </a:lnR>
                    <a:lnT w="3175">
                      <a:solidFill>
                        <a:srgbClr val="584E61"/>
                      </a:solidFill>
                      <a:prstDash val="dot"/>
                    </a:lnT>
                    <a:lnB w="19050">
                      <a:solidFill>
                        <a:srgbClr val="584E61"/>
                      </a:solidFill>
                      <a:prstDash val="solid"/>
                    </a:lnB>
                    <a:solidFill>
                      <a:srgbClr val="FFFFFF"/>
                    </a:solidFill>
                  </a:tcPr>
                </a:tc>
              </a:tr>
              <a:tr h="4500000">
                <a:tc>
                  <a:txBody>
                    <a:bodyPr/>
                    <a:p>
                      <a:pPr algn="ctr">
                        <a:buNone/>
                      </a:pPr>
                      <a:r>
                        <a:rPr lang="zh-CN" altLang="en-US" sz="2400" b="1">
                          <a:solidFill>
                            <a:srgbClr val="584E61"/>
                          </a:solidFill>
                          <a:uFillTx/>
                          <a:latin typeface="Times New Roman" panose="02020603050405020304" pitchFamily="18" charset="0"/>
                          <a:ea typeface="方正粗黑宋简体" panose="02000000000000000000" pitchFamily="2" charset="-122"/>
                        </a:rPr>
                        <a:t>化学</a:t>
                      </a:r>
                      <a:endParaRPr lang="zh-CN" altLang="en-US" sz="2400" b="1">
                        <a:solidFill>
                          <a:srgbClr val="584E61"/>
                        </a:solidFill>
                        <a:uFillTx/>
                        <a:latin typeface="Times New Roman" panose="02020603050405020304" pitchFamily="18" charset="0"/>
                        <a:ea typeface="方正粗黑宋简体" panose="02000000000000000000" pitchFamily="2" charset="-122"/>
                      </a:endParaRPr>
                    </a:p>
                    <a:p>
                      <a:pPr algn="ctr">
                        <a:buNone/>
                      </a:pPr>
                      <a:r>
                        <a:rPr lang="zh-CN" altLang="en-US" sz="2400" b="1">
                          <a:solidFill>
                            <a:srgbClr val="584E61"/>
                          </a:solidFill>
                          <a:uFillTx/>
                          <a:latin typeface="Times New Roman" panose="02020603050405020304" pitchFamily="18" charset="0"/>
                          <a:ea typeface="方正粗黑宋简体" panose="02000000000000000000" pitchFamily="2" charset="-122"/>
                        </a:rPr>
                        <a:t>性质</a:t>
                      </a:r>
                      <a:endParaRPr lang="zh-CN" altLang="en-US" sz="2400" b="1">
                        <a:solidFill>
                          <a:srgbClr val="584E61"/>
                        </a:solidFill>
                        <a:uFillTx/>
                        <a:latin typeface="Times New Roman" panose="02020603050405020304" pitchFamily="18" charset="0"/>
                        <a:ea typeface="方正粗黑宋简体" panose="02000000000000000000" pitchFamily="2" charset="-122"/>
                      </a:endParaRPr>
                    </a:p>
                    <a:p>
                      <a:pPr algn="ctr">
                        <a:buNone/>
                      </a:pPr>
                      <a:r>
                        <a:rPr lang="en-US" altLang="zh-CN" sz="2400" b="1">
                          <a:solidFill>
                            <a:srgbClr val="584E61"/>
                          </a:solidFill>
                          <a:uFillTx/>
                          <a:latin typeface="Times New Roman" panose="02020603050405020304" pitchFamily="18" charset="0"/>
                          <a:ea typeface="方正粗黑宋简体" panose="02000000000000000000" pitchFamily="2" charset="-122"/>
                        </a:rPr>
                        <a:t>(</a:t>
                      </a:r>
                      <a:r>
                        <a:rPr lang="zh-CN" altLang="en-US" sz="2400" b="1">
                          <a:solidFill>
                            <a:srgbClr val="584E61"/>
                          </a:solidFill>
                          <a:uFillTx/>
                          <a:latin typeface="Times New Roman" panose="02020603050405020304" pitchFamily="18" charset="0"/>
                          <a:ea typeface="方正粗黑宋简体" panose="02000000000000000000" pitchFamily="2" charset="-122"/>
                        </a:rPr>
                        <a:t>相同</a:t>
                      </a:r>
                      <a:r>
                        <a:rPr lang="en-US" altLang="zh-CN" sz="2400" b="1">
                          <a:solidFill>
                            <a:srgbClr val="584E61"/>
                          </a:solidFill>
                          <a:uFillTx/>
                          <a:latin typeface="Times New Roman" panose="02020603050405020304" pitchFamily="18" charset="0"/>
                          <a:ea typeface="方正粗黑宋简体" panose="02000000000000000000" pitchFamily="2" charset="-122"/>
                        </a:rPr>
                        <a:t>)</a:t>
                      </a:r>
                      <a:endParaRPr lang="en-US" altLang="zh-CN" sz="2400" b="1">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584E61"/>
                      </a:solidFill>
                      <a:prstDash val="solid"/>
                    </a:lnL>
                    <a:lnR w="3175">
                      <a:solidFill>
                        <a:srgbClr val="584E61"/>
                      </a:solidFill>
                      <a:prstDash val="dot"/>
                    </a:lnR>
                    <a:lnT w="3175">
                      <a:solidFill>
                        <a:srgbClr val="584E61"/>
                      </a:solidFill>
                      <a:prstDash val="dot"/>
                    </a:lnT>
                    <a:lnB w="19050">
                      <a:solidFill>
                        <a:srgbClr val="584E61"/>
                      </a:solidFill>
                      <a:prstDash val="solid"/>
                    </a:lnB>
                    <a:solidFill>
                      <a:srgbClr val="FFFFFF"/>
                    </a:solidFill>
                  </a:tcPr>
                </a:tc>
                <a:tc>
                  <a:txBody>
                    <a:bodyPr/>
                    <a:p>
                      <a:pPr>
                        <a:buNone/>
                      </a:pPr>
                      <a:endParaRPr lang="zh-CN" altLang="en-US" sz="2300">
                        <a:solidFill>
                          <a:srgbClr val="584E61"/>
                        </a:solidFill>
                      </a:endParaRPr>
                    </a:p>
                  </a:txBody>
                  <a:tcPr marL="36195" marR="36195" marT="36195" marB="36195">
                    <a:lnL w="3175">
                      <a:solidFill>
                        <a:srgbClr val="584E61"/>
                      </a:solidFill>
                      <a:prstDash val="dot"/>
                    </a:lnL>
                    <a:lnR w="19050" cap="rnd">
                      <a:solidFill>
                        <a:srgbClr val="584E61"/>
                      </a:solidFill>
                      <a:prstDash val="solid"/>
                    </a:lnR>
                    <a:lnT w="3175">
                      <a:solidFill>
                        <a:srgbClr val="584E61"/>
                      </a:solidFill>
                      <a:prstDash val="dot"/>
                    </a:lnT>
                    <a:lnB w="19050">
                      <a:solidFill>
                        <a:srgbClr val="584E61"/>
                      </a:solidFill>
                      <a:prstDash val="solid"/>
                    </a:lnB>
                    <a:solidFill>
                      <a:srgbClr val="FFFFFF"/>
                    </a:solidFill>
                  </a:tcPr>
                </a:tc>
              </a:tr>
            </a:tbl>
          </a:graphicData>
        </a:graphic>
      </p:graphicFrame>
      <p:sp>
        <p:nvSpPr>
          <p:cNvPr id="5" name="文本框 4"/>
          <p:cNvSpPr txBox="1"/>
          <p:nvPr>
            <p:custDataLst>
              <p:tags r:id="rId2"/>
            </p:custDataLst>
          </p:nvPr>
        </p:nvSpPr>
        <p:spPr>
          <a:xfrm>
            <a:off x="1536065" y="1623695"/>
            <a:ext cx="10286365" cy="4632960"/>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80000"/>
              </a:lnSpc>
              <a:spcBef>
                <a:spcPts val="0"/>
              </a:spcBef>
              <a:spcAft>
                <a:spcPts val="0"/>
              </a:spcAft>
              <a:buClrTx/>
              <a:buSzTx/>
              <a:buFontTx/>
              <a:buNone/>
            </a:pPr>
            <a:r>
              <a:rPr kumimoji="0" lang="zh-CN" altLang="en-US" sz="2300" i="0">
                <a:solidFill>
                  <a:schemeClr val="tx1">
                    <a:lumMod val="85000"/>
                    <a:lumOff val="15000"/>
                  </a:schemeClr>
                </a:solidFill>
                <a:latin typeface="Times New Roman" panose="02020603050405020304" pitchFamily="18" charset="0"/>
                <a:sym typeface="Arial" panose="020B0604020202090204"/>
              </a:rPr>
              <a:t>(1)</a:t>
            </a:r>
            <a:r>
              <a:rPr kumimoji="0" lang="zh-CN" altLang="en-US" sz="2300" i="0">
                <a:solidFill>
                  <a:srgbClr val="0E0EE4"/>
                </a:solidFill>
                <a:latin typeface="Times New Roman" panose="02020603050405020304" pitchFamily="18" charset="0"/>
                <a:sym typeface="Arial" panose="020B0604020202090204"/>
              </a:rPr>
              <a:t>常温下</a:t>
            </a:r>
            <a:r>
              <a:rPr kumimoji="0" lang="zh-CN" altLang="en-US" sz="2300" i="0">
                <a:solidFill>
                  <a:schemeClr val="tx1">
                    <a:lumMod val="85000"/>
                    <a:lumOff val="15000"/>
                  </a:schemeClr>
                </a:solidFill>
                <a:latin typeface="Times New Roman" panose="02020603050405020304" pitchFamily="18" charset="0"/>
                <a:sym typeface="Arial" panose="020B0604020202090204"/>
              </a:rPr>
              <a:t>碳的</a:t>
            </a:r>
            <a:r>
              <a:rPr kumimoji="0" lang="zh-CN" altLang="en-US" sz="2300" i="0">
                <a:solidFill>
                  <a:srgbClr val="0E0EE4"/>
                </a:solidFill>
                <a:latin typeface="Times New Roman" panose="02020603050405020304" pitchFamily="18" charset="0"/>
                <a:sym typeface="Arial" panose="020B0604020202090204"/>
              </a:rPr>
              <a:t>化学性质稳定</a:t>
            </a:r>
            <a:endParaRPr kumimoji="0" lang="zh-CN" altLang="en-US" sz="2300" i="0">
              <a:solidFill>
                <a:srgbClr val="0E0EE4"/>
              </a:solidFill>
              <a:latin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lang="zh-CN" altLang="en-US" sz="2300" i="0">
                <a:solidFill>
                  <a:schemeClr val="tx1">
                    <a:lumMod val="85000"/>
                    <a:lumOff val="15000"/>
                  </a:schemeClr>
                </a:solidFill>
                <a:latin typeface="Times New Roman" panose="02020603050405020304" pitchFamily="18" charset="0"/>
                <a:sym typeface="Arial" panose="020B0604020202090204"/>
              </a:rPr>
              <a:t>因此中国古代的水墨画和书法作品保存至今；签署重要文件时使用碳素墨水笔</a:t>
            </a:r>
            <a:endParaRPr kumimoji="0" lang="zh-CN" altLang="en-US" sz="2300" i="0">
              <a:solidFill>
                <a:schemeClr val="tx1">
                  <a:lumMod val="85000"/>
                  <a:lumOff val="15000"/>
                </a:schemeClr>
              </a:solidFill>
              <a:latin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lang="zh-CN" altLang="en-US" sz="2300" i="0">
                <a:solidFill>
                  <a:schemeClr val="tx1">
                    <a:lumMod val="85000"/>
                    <a:lumOff val="15000"/>
                  </a:schemeClr>
                </a:solidFill>
                <a:latin typeface="Times New Roman" panose="02020603050405020304" pitchFamily="18" charset="0"/>
                <a:sym typeface="Arial" panose="020B0604020202090204"/>
              </a:rPr>
              <a:t>(2)</a:t>
            </a:r>
            <a:r>
              <a:rPr kumimoji="0" lang="zh-CN" altLang="en-US" sz="2300" i="0">
                <a:solidFill>
                  <a:srgbClr val="0E0EE4"/>
                </a:solidFill>
                <a:latin typeface="Times New Roman" panose="02020603050405020304" pitchFamily="18" charset="0"/>
                <a:sym typeface="Arial" panose="020B0604020202090204"/>
              </a:rPr>
              <a:t>点燃或加热</a:t>
            </a:r>
            <a:r>
              <a:rPr kumimoji="0" lang="zh-CN" altLang="en-US" sz="2300" i="0">
                <a:solidFill>
                  <a:schemeClr val="tx1">
                    <a:lumMod val="85000"/>
                    <a:lumOff val="15000"/>
                  </a:schemeClr>
                </a:solidFill>
                <a:latin typeface="Times New Roman" panose="02020603050405020304" pitchFamily="18" charset="0"/>
                <a:sym typeface="Arial" panose="020B0604020202090204"/>
              </a:rPr>
              <a:t>条件下，碳具有</a:t>
            </a:r>
            <a:r>
              <a:rPr kumimoji="0" lang="zh-CN" altLang="en-US" sz="2300" i="0">
                <a:solidFill>
                  <a:srgbClr val="0E0EE4"/>
                </a:solidFill>
                <a:latin typeface="Times New Roman" panose="02020603050405020304" pitchFamily="18" charset="0"/>
                <a:sym typeface="Arial" panose="020B0604020202090204"/>
              </a:rPr>
              <a:t>可燃性</a:t>
            </a:r>
            <a:endParaRPr kumimoji="0" lang="zh-CN" altLang="en-US" sz="2300" i="0">
              <a:solidFill>
                <a:schemeClr val="tx1">
                  <a:lumMod val="85000"/>
                  <a:lumOff val="15000"/>
                </a:schemeClr>
              </a:solidFill>
              <a:latin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lang="zh-CN" altLang="en-US" sz="2300" i="0">
                <a:solidFill>
                  <a:schemeClr val="tx1">
                    <a:lumMod val="85000"/>
                    <a:lumOff val="15000"/>
                  </a:schemeClr>
                </a:solidFill>
                <a:latin typeface="Times New Roman" panose="02020603050405020304" pitchFamily="18" charset="0"/>
                <a:sym typeface="Arial" panose="020B0604020202090204"/>
              </a:rPr>
              <a:t>氧气充足时完全燃烧：</a:t>
            </a:r>
            <a:endParaRPr kumimoji="0" lang="zh-CN" altLang="en-US" sz="2300" i="0">
              <a:solidFill>
                <a:schemeClr val="tx1">
                  <a:lumMod val="85000"/>
                  <a:lumOff val="15000"/>
                </a:schemeClr>
              </a:solidFill>
              <a:latin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lang="zh-CN" altLang="en-US" sz="2300" i="0">
                <a:solidFill>
                  <a:schemeClr val="tx1">
                    <a:lumMod val="85000"/>
                    <a:lumOff val="15000"/>
                  </a:schemeClr>
                </a:solidFill>
                <a:latin typeface="Times New Roman" panose="02020603050405020304" pitchFamily="18" charset="0"/>
                <a:sym typeface="Arial" panose="020B0604020202090204"/>
              </a:rPr>
              <a:t>氧气不充时不完全燃烧：</a:t>
            </a:r>
            <a:endParaRPr kumimoji="0" lang="zh-CN" altLang="en-US" sz="2300" i="0">
              <a:solidFill>
                <a:schemeClr val="tx1">
                  <a:lumMod val="85000"/>
                  <a:lumOff val="15000"/>
                </a:schemeClr>
              </a:solidFill>
              <a:latin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lang="zh-CN" altLang="en-US" sz="2300" i="0">
                <a:solidFill>
                  <a:schemeClr val="tx1">
                    <a:lumMod val="85000"/>
                    <a:lumOff val="15000"/>
                  </a:schemeClr>
                </a:solidFill>
                <a:latin typeface="Times New Roman" panose="02020603050405020304" pitchFamily="18" charset="0"/>
                <a:sym typeface="Arial" panose="020B0604020202090204"/>
              </a:rPr>
              <a:t>(3)</a:t>
            </a:r>
            <a:r>
              <a:rPr kumimoji="0" lang="zh-CN" altLang="en-US" sz="2300" i="0">
                <a:solidFill>
                  <a:srgbClr val="0E0EE4"/>
                </a:solidFill>
                <a:latin typeface="Times New Roman" panose="02020603050405020304" pitchFamily="18" charset="0"/>
                <a:sym typeface="Arial" panose="020B0604020202090204"/>
              </a:rPr>
              <a:t>高温下</a:t>
            </a:r>
            <a:r>
              <a:rPr kumimoji="0" lang="zh-CN" altLang="en-US" sz="2300" i="0">
                <a:solidFill>
                  <a:schemeClr val="tx1">
                    <a:lumMod val="85000"/>
                    <a:lumOff val="15000"/>
                  </a:schemeClr>
                </a:solidFill>
                <a:latin typeface="Times New Roman" panose="02020603050405020304" pitchFamily="18" charset="0"/>
                <a:sym typeface="Arial" panose="020B0604020202090204"/>
              </a:rPr>
              <a:t>，碳能与某些氧化物反应，具有</a:t>
            </a:r>
            <a:r>
              <a:rPr kumimoji="0" lang="zh-CN" altLang="en-US" sz="2300" i="0">
                <a:solidFill>
                  <a:srgbClr val="0E0EE4"/>
                </a:solidFill>
                <a:latin typeface="Times New Roman" panose="02020603050405020304" pitchFamily="18" charset="0"/>
                <a:sym typeface="Arial" panose="020B0604020202090204"/>
              </a:rPr>
              <a:t>还原性</a:t>
            </a:r>
            <a:endParaRPr kumimoji="0" lang="zh-CN" altLang="en-US" sz="2300" i="0">
              <a:solidFill>
                <a:schemeClr val="tx1">
                  <a:lumMod val="85000"/>
                  <a:lumOff val="15000"/>
                </a:schemeClr>
              </a:solidFill>
              <a:latin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endParaRPr kumimoji="0" lang="zh-CN" altLang="en-US" sz="23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nvGrpSpPr>
          <p:cNvPr id="16" name="组合 15"/>
          <p:cNvGrpSpPr/>
          <p:nvPr/>
        </p:nvGrpSpPr>
        <p:grpSpPr>
          <a:xfrm>
            <a:off x="4544060" y="3590925"/>
            <a:ext cx="2196465" cy="637540"/>
            <a:chOff x="11945" y="4067"/>
            <a:chExt cx="3459" cy="1004"/>
          </a:xfrm>
        </p:grpSpPr>
        <p:sp>
          <p:nvSpPr>
            <p:cNvPr id="9" name="文本框 8"/>
            <p:cNvSpPr txBox="1"/>
            <p:nvPr>
              <p:custDataLst>
                <p:tags r:id="rId3"/>
              </p:custDataLst>
            </p:nvPr>
          </p:nvSpPr>
          <p:spPr>
            <a:xfrm>
              <a:off x="11945" y="4337"/>
              <a:ext cx="3459" cy="734"/>
            </a:xfrm>
            <a:prstGeom prst="rect">
              <a:avLst/>
            </a:prstGeom>
            <a:noFill/>
            <a:ln w="9525">
              <a:noFill/>
            </a:ln>
          </p:spPr>
          <p:txBody>
            <a:bodyPr wrap="none" tIns="36195">
              <a:spAutoFit/>
            </a:bodyPr>
            <a:lstStyle>
              <a:lvl1pPr marL="342900" lvl="0" indent="-3429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3200" b="1" u="none" kern="1200" baseline="0">
                  <a:solidFill>
                    <a:schemeClr val="tx1"/>
                  </a:solidFill>
                  <a:latin typeface="Arial" panose="020B0604020202090204" pitchFamily="34" charset="0"/>
                  <a:ea typeface="宋体" panose="02010600030101010101" pitchFamily="2" charset="-122"/>
                </a:defRPr>
              </a:lvl1pPr>
              <a:lvl2pPr marL="742950" lvl="1" indent="-28575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800" b="1" u="none" kern="1200" baseline="0">
                  <a:solidFill>
                    <a:schemeClr val="tx1"/>
                  </a:solidFill>
                  <a:latin typeface="Arial" panose="020B0604020202090204" pitchFamily="34" charset="0"/>
                  <a:ea typeface="宋体" panose="02010600030101010101" pitchFamily="2" charset="-122"/>
                </a:defRPr>
              </a:lvl2pPr>
              <a:lvl3pPr marL="1143000" lvl="2"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400" b="1" u="none" kern="1200" baseline="0">
                  <a:solidFill>
                    <a:schemeClr val="tx1"/>
                  </a:solidFill>
                  <a:latin typeface="Arial" panose="020B0604020202090204" pitchFamily="34" charset="0"/>
                  <a:ea typeface="宋体" panose="02010600030101010101" pitchFamily="2" charset="-122"/>
                </a:defRPr>
              </a:lvl3pPr>
              <a:lvl4pPr marL="1600200" lvl="3"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000" b="1" u="none" kern="1200" baseline="0">
                  <a:solidFill>
                    <a:schemeClr val="tx1"/>
                  </a:solidFill>
                  <a:latin typeface="Arial" panose="020B0604020202090204" pitchFamily="34" charset="0"/>
                  <a:ea typeface="宋体" panose="02010600030101010101" pitchFamily="2" charset="-122"/>
                </a:defRPr>
              </a:lvl4pPr>
              <a:lvl5pPr marL="2057400" lvl="4" indent="-228600" algn="l" rtl="0" eaLnBrk="0" fontAlgn="base" latinLnBrk="0" hangingPunct="0">
                <a:lnSpc>
                  <a:spcPct val="100000"/>
                </a:lnSpc>
                <a:spcBef>
                  <a:spcPct val="20000"/>
                </a:spcBef>
                <a:spcAft>
                  <a:spcPct val="0"/>
                </a:spcAft>
                <a:buSzPct val="100000"/>
                <a:buFontTx/>
                <a:buChar char="»"/>
                <a:defRPr sz="2000" b="1" u="none" kern="1200" baseline="0">
                  <a:solidFill>
                    <a:schemeClr val="tx1"/>
                  </a:solidFill>
                  <a:latin typeface="Arial" panose="020B0604020202090204" pitchFamily="34" charset="0"/>
                  <a:ea typeface="宋体" panose="02010600030101010101" pitchFamily="2" charset="-122"/>
                </a:defRPr>
              </a:lvl5pPr>
            </a:lstStyle>
            <a:p>
              <a:pPr marL="0" lvl="0" indent="0" algn="l" eaLnBrk="1" latinLnBrk="0" hangingPunct="1">
                <a:spcBef>
                  <a:spcPct val="0"/>
                </a:spcBef>
                <a:buNone/>
              </a:pPr>
              <a:r>
                <a:rPr 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O</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         </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CO</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a:t>
              </a:r>
              <a:endPar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endParaRPr>
            </a:p>
          </p:txBody>
        </p:sp>
        <p:grpSp>
          <p:nvGrpSpPr>
            <p:cNvPr id="10" name="组合 9"/>
            <p:cNvGrpSpPr/>
            <p:nvPr/>
          </p:nvGrpSpPr>
          <p:grpSpPr>
            <a:xfrm rot="0">
              <a:off x="13305" y="4067"/>
              <a:ext cx="1092" cy="628"/>
              <a:chOff x="15933" y="5529"/>
              <a:chExt cx="891" cy="628"/>
            </a:xfrm>
          </p:grpSpPr>
          <p:grpSp>
            <p:nvGrpSpPr>
              <p:cNvPr id="11" name="组合 10"/>
              <p:cNvGrpSpPr/>
              <p:nvPr/>
            </p:nvGrpSpPr>
            <p:grpSpPr>
              <a:xfrm>
                <a:off x="15933" y="5529"/>
                <a:ext cx="891" cy="628"/>
                <a:chOff x="6700871" y="5089833"/>
                <a:chExt cx="565821" cy="398771"/>
              </a:xfrm>
            </p:grpSpPr>
            <p:sp>
              <p:nvSpPr>
                <p:cNvPr id="12" name="矩形 11"/>
                <p:cNvSpPr/>
                <p:nvPr>
                  <p:custDataLst>
                    <p:tags r:id="rId4"/>
                  </p:custDataLst>
                </p:nvPr>
              </p:nvSpPr>
              <p:spPr>
                <a:xfrm>
                  <a:off x="6700871" y="5089833"/>
                  <a:ext cx="565821" cy="398771"/>
                </a:xfrm>
                <a:prstGeom prst="rect">
                  <a:avLst/>
                </a:prstGeom>
              </p:spPr>
              <p:txBody>
                <a:bodyPr wrap="none">
                  <a:spAutoFit/>
                </a:bodyPr>
                <a:p>
                  <a:pPr lvl="0" algn="l"/>
                  <a:r>
                    <a:rPr lang="zh-CN" sz="2000" b="1" kern="100" dirty="0" smtClean="0">
                      <a:ln>
                        <a:noFill/>
                      </a:ln>
                      <a:solidFill>
                        <a:schemeClr val="tx1">
                          <a:lumMod val="75000"/>
                          <a:lumOff val="25000"/>
                        </a:schemeClr>
                      </a:solidFill>
                      <a:latin typeface="楷体" panose="02010609060101010101" charset="-122"/>
                      <a:ea typeface="楷体" panose="02010609060101010101" charset="-122"/>
                    </a:rPr>
                    <a:t>点燃</a:t>
                  </a:r>
                  <a:endParaRPr lang="zh-CN" sz="2000" b="1" kern="100" dirty="0" smtClean="0">
                    <a:ln>
                      <a:noFill/>
                    </a:ln>
                    <a:solidFill>
                      <a:schemeClr val="tx1">
                        <a:lumMod val="75000"/>
                        <a:lumOff val="25000"/>
                      </a:schemeClr>
                    </a:solidFill>
                    <a:latin typeface="楷体" panose="02010609060101010101" charset="-122"/>
                    <a:ea typeface="楷体" panose="02010609060101010101" charset="-122"/>
                  </a:endParaRPr>
                </a:p>
              </p:txBody>
            </p:sp>
            <p:cxnSp>
              <p:nvCxnSpPr>
                <p:cNvPr id="13" name="直接箭头连接符 12"/>
                <p:cNvCxnSpPr/>
                <p:nvPr>
                  <p:custDataLst>
                    <p:tags r:id="rId5"/>
                  </p:custDataLst>
                </p:nvPr>
              </p:nvCxnSpPr>
              <p:spPr>
                <a:xfrm flipV="1">
                  <a:off x="6728185" y="5418161"/>
                  <a:ext cx="499383" cy="4555"/>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14" name="直接箭头连接符 13"/>
              <p:cNvCxnSpPr/>
              <p:nvPr>
                <p:custDataLst>
                  <p:tags r:id="rId6"/>
                </p:custDataLst>
              </p:nvPr>
            </p:nvCxnSpPr>
            <p:spPr>
              <a:xfrm flipV="1">
                <a:off x="15984" y="6124"/>
                <a:ext cx="786" cy="7"/>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grpSp>
        <p:nvGrpSpPr>
          <p:cNvPr id="2" name="组合 1"/>
          <p:cNvGrpSpPr/>
          <p:nvPr/>
        </p:nvGrpSpPr>
        <p:grpSpPr>
          <a:xfrm>
            <a:off x="4909820" y="4228465"/>
            <a:ext cx="2359025" cy="637540"/>
            <a:chOff x="11801" y="4067"/>
            <a:chExt cx="3715" cy="1004"/>
          </a:xfrm>
        </p:grpSpPr>
        <p:sp>
          <p:nvSpPr>
            <p:cNvPr id="6" name="文本框 5"/>
            <p:cNvSpPr txBox="1"/>
            <p:nvPr>
              <p:custDataLst>
                <p:tags r:id="rId7"/>
              </p:custDataLst>
            </p:nvPr>
          </p:nvSpPr>
          <p:spPr>
            <a:xfrm>
              <a:off x="11801" y="4337"/>
              <a:ext cx="3715" cy="734"/>
            </a:xfrm>
            <a:prstGeom prst="rect">
              <a:avLst/>
            </a:prstGeom>
            <a:noFill/>
            <a:ln w="9525">
              <a:noFill/>
            </a:ln>
          </p:spPr>
          <p:txBody>
            <a:bodyPr wrap="none" tIns="36195">
              <a:spAutoFit/>
            </a:bodyPr>
            <a:lstStyle>
              <a:lvl1pPr marL="342900" lvl="0" indent="-3429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3200" b="1" u="none" kern="1200" baseline="0">
                  <a:solidFill>
                    <a:schemeClr val="tx1"/>
                  </a:solidFill>
                  <a:latin typeface="Arial" panose="020B0604020202090204" pitchFamily="34" charset="0"/>
                  <a:ea typeface="宋体" panose="02010600030101010101" pitchFamily="2" charset="-122"/>
                </a:defRPr>
              </a:lvl1pPr>
              <a:lvl2pPr marL="742950" lvl="1" indent="-28575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800" b="1" u="none" kern="1200" baseline="0">
                  <a:solidFill>
                    <a:schemeClr val="tx1"/>
                  </a:solidFill>
                  <a:latin typeface="Arial" panose="020B0604020202090204" pitchFamily="34" charset="0"/>
                  <a:ea typeface="宋体" panose="02010600030101010101" pitchFamily="2" charset="-122"/>
                </a:defRPr>
              </a:lvl2pPr>
              <a:lvl3pPr marL="1143000" lvl="2"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400" b="1" u="none" kern="1200" baseline="0">
                  <a:solidFill>
                    <a:schemeClr val="tx1"/>
                  </a:solidFill>
                  <a:latin typeface="Arial" panose="020B0604020202090204" pitchFamily="34" charset="0"/>
                  <a:ea typeface="宋体" panose="02010600030101010101" pitchFamily="2" charset="-122"/>
                </a:defRPr>
              </a:lvl3pPr>
              <a:lvl4pPr marL="1600200" lvl="3"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000" b="1" u="none" kern="1200" baseline="0">
                  <a:solidFill>
                    <a:schemeClr val="tx1"/>
                  </a:solidFill>
                  <a:latin typeface="Arial" panose="020B0604020202090204" pitchFamily="34" charset="0"/>
                  <a:ea typeface="宋体" panose="02010600030101010101" pitchFamily="2" charset="-122"/>
                </a:defRPr>
              </a:lvl4pPr>
              <a:lvl5pPr marL="2057400" lvl="4" indent="-228600" algn="l" rtl="0" eaLnBrk="0" fontAlgn="base" latinLnBrk="0" hangingPunct="0">
                <a:lnSpc>
                  <a:spcPct val="100000"/>
                </a:lnSpc>
                <a:spcBef>
                  <a:spcPct val="20000"/>
                </a:spcBef>
                <a:spcAft>
                  <a:spcPct val="0"/>
                </a:spcAft>
                <a:buSzPct val="100000"/>
                <a:buFontTx/>
                <a:buChar char="»"/>
                <a:defRPr sz="2000" b="1" u="none" kern="1200" baseline="0">
                  <a:solidFill>
                    <a:schemeClr val="tx1"/>
                  </a:solidFill>
                  <a:latin typeface="Arial" panose="020B0604020202090204" pitchFamily="34" charset="0"/>
                  <a:ea typeface="宋体" panose="02010600030101010101" pitchFamily="2" charset="-122"/>
                </a:defRPr>
              </a:lvl5pPr>
            </a:lstStyle>
            <a:p>
              <a:pPr marL="0" lvl="0" indent="0" algn="l" eaLnBrk="1" latinLnBrk="0" hangingPunct="1">
                <a:spcBef>
                  <a:spcPct val="0"/>
                </a:spcBef>
                <a:buNone/>
              </a:pPr>
              <a:r>
                <a:rPr 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2C</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O</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         </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CO</a:t>
              </a:r>
              <a:endPar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endParaRPr>
            </a:p>
          </p:txBody>
        </p:sp>
        <p:grpSp>
          <p:nvGrpSpPr>
            <p:cNvPr id="7" name="组合 6"/>
            <p:cNvGrpSpPr/>
            <p:nvPr/>
          </p:nvGrpSpPr>
          <p:grpSpPr>
            <a:xfrm rot="0">
              <a:off x="13305" y="4067"/>
              <a:ext cx="1092" cy="628"/>
              <a:chOff x="15933" y="5529"/>
              <a:chExt cx="891" cy="628"/>
            </a:xfrm>
          </p:grpSpPr>
          <p:grpSp>
            <p:nvGrpSpPr>
              <p:cNvPr id="8" name="组合 7"/>
              <p:cNvGrpSpPr/>
              <p:nvPr/>
            </p:nvGrpSpPr>
            <p:grpSpPr>
              <a:xfrm>
                <a:off x="15933" y="5529"/>
                <a:ext cx="891" cy="628"/>
                <a:chOff x="6700871" y="5089833"/>
                <a:chExt cx="565821" cy="398771"/>
              </a:xfrm>
            </p:grpSpPr>
            <p:sp>
              <p:nvSpPr>
                <p:cNvPr id="15" name="矩形 14"/>
                <p:cNvSpPr/>
                <p:nvPr>
                  <p:custDataLst>
                    <p:tags r:id="rId8"/>
                  </p:custDataLst>
                </p:nvPr>
              </p:nvSpPr>
              <p:spPr>
                <a:xfrm>
                  <a:off x="6700871" y="5089833"/>
                  <a:ext cx="565821" cy="398771"/>
                </a:xfrm>
                <a:prstGeom prst="rect">
                  <a:avLst/>
                </a:prstGeom>
              </p:spPr>
              <p:txBody>
                <a:bodyPr wrap="none">
                  <a:spAutoFit/>
                </a:bodyPr>
                <a:p>
                  <a:pPr lvl="0" algn="l"/>
                  <a:r>
                    <a:rPr lang="zh-CN" sz="2000" b="1" kern="100" dirty="0" smtClean="0">
                      <a:ln>
                        <a:noFill/>
                      </a:ln>
                      <a:solidFill>
                        <a:schemeClr val="tx1">
                          <a:lumMod val="75000"/>
                          <a:lumOff val="25000"/>
                        </a:schemeClr>
                      </a:solidFill>
                      <a:latin typeface="楷体" panose="02010609060101010101" charset="-122"/>
                      <a:ea typeface="楷体" panose="02010609060101010101" charset="-122"/>
                    </a:rPr>
                    <a:t>点燃</a:t>
                  </a:r>
                  <a:endParaRPr lang="zh-CN" sz="2000" b="1" kern="100" dirty="0" smtClean="0">
                    <a:ln>
                      <a:noFill/>
                    </a:ln>
                    <a:solidFill>
                      <a:schemeClr val="tx1">
                        <a:lumMod val="75000"/>
                        <a:lumOff val="25000"/>
                      </a:schemeClr>
                    </a:solidFill>
                    <a:latin typeface="楷体" panose="02010609060101010101" charset="-122"/>
                    <a:ea typeface="楷体" panose="02010609060101010101" charset="-122"/>
                  </a:endParaRPr>
                </a:p>
              </p:txBody>
            </p:sp>
            <p:cxnSp>
              <p:nvCxnSpPr>
                <p:cNvPr id="17" name="直接箭头连接符 16"/>
                <p:cNvCxnSpPr/>
                <p:nvPr>
                  <p:custDataLst>
                    <p:tags r:id="rId9"/>
                  </p:custDataLst>
                </p:nvPr>
              </p:nvCxnSpPr>
              <p:spPr>
                <a:xfrm flipV="1">
                  <a:off x="6728185" y="5418161"/>
                  <a:ext cx="499383" cy="4555"/>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18" name="直接箭头连接符 17"/>
              <p:cNvCxnSpPr/>
              <p:nvPr>
                <p:custDataLst>
                  <p:tags r:id="rId10"/>
                </p:custDataLst>
              </p:nvPr>
            </p:nvCxnSpPr>
            <p:spPr>
              <a:xfrm flipV="1">
                <a:off x="15984" y="6100"/>
                <a:ext cx="786" cy="7"/>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grpSp>
        <p:nvGrpSpPr>
          <p:cNvPr id="19" name="组合 18"/>
          <p:cNvGrpSpPr/>
          <p:nvPr/>
        </p:nvGrpSpPr>
        <p:grpSpPr>
          <a:xfrm>
            <a:off x="1703070" y="5461000"/>
            <a:ext cx="2480945" cy="607060"/>
            <a:chOff x="11585" y="4067"/>
            <a:chExt cx="3907" cy="956"/>
          </a:xfrm>
        </p:grpSpPr>
        <p:sp>
          <p:nvSpPr>
            <p:cNvPr id="20" name="文本框 19"/>
            <p:cNvSpPr txBox="1"/>
            <p:nvPr>
              <p:custDataLst>
                <p:tags r:id="rId11"/>
              </p:custDataLst>
            </p:nvPr>
          </p:nvSpPr>
          <p:spPr>
            <a:xfrm>
              <a:off x="11585" y="4289"/>
              <a:ext cx="3907" cy="734"/>
            </a:xfrm>
            <a:prstGeom prst="rect">
              <a:avLst/>
            </a:prstGeom>
            <a:noFill/>
            <a:ln w="9525">
              <a:noFill/>
            </a:ln>
          </p:spPr>
          <p:txBody>
            <a:bodyPr wrap="none" tIns="36195">
              <a:spAutoFit/>
            </a:bodyPr>
            <a:lstStyle>
              <a:lvl1pPr marL="342900" lvl="0" indent="-3429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3200" b="1" u="none" kern="1200" baseline="0">
                  <a:solidFill>
                    <a:schemeClr val="tx1"/>
                  </a:solidFill>
                  <a:latin typeface="Arial" panose="020B0604020202090204" pitchFamily="34" charset="0"/>
                  <a:ea typeface="宋体" panose="02010600030101010101" pitchFamily="2" charset="-122"/>
                </a:defRPr>
              </a:lvl1pPr>
              <a:lvl2pPr marL="742950" lvl="1" indent="-28575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800" b="1" u="none" kern="1200" baseline="0">
                  <a:solidFill>
                    <a:schemeClr val="tx1"/>
                  </a:solidFill>
                  <a:latin typeface="Arial" panose="020B0604020202090204" pitchFamily="34" charset="0"/>
                  <a:ea typeface="宋体" panose="02010600030101010101" pitchFamily="2" charset="-122"/>
                </a:defRPr>
              </a:lvl2pPr>
              <a:lvl3pPr marL="1143000" lvl="2"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400" b="1" u="none" kern="1200" baseline="0">
                  <a:solidFill>
                    <a:schemeClr val="tx1"/>
                  </a:solidFill>
                  <a:latin typeface="Arial" panose="020B0604020202090204" pitchFamily="34" charset="0"/>
                  <a:ea typeface="宋体" panose="02010600030101010101" pitchFamily="2" charset="-122"/>
                </a:defRPr>
              </a:lvl3pPr>
              <a:lvl4pPr marL="1600200" lvl="3"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000" b="1" u="none" kern="1200" baseline="0">
                  <a:solidFill>
                    <a:schemeClr val="tx1"/>
                  </a:solidFill>
                  <a:latin typeface="Arial" panose="020B0604020202090204" pitchFamily="34" charset="0"/>
                  <a:ea typeface="宋体" panose="02010600030101010101" pitchFamily="2" charset="-122"/>
                </a:defRPr>
              </a:lvl4pPr>
              <a:lvl5pPr marL="2057400" lvl="4" indent="-228600" algn="l" rtl="0" eaLnBrk="0" fontAlgn="base" latinLnBrk="0" hangingPunct="0">
                <a:lnSpc>
                  <a:spcPct val="100000"/>
                </a:lnSpc>
                <a:spcBef>
                  <a:spcPct val="20000"/>
                </a:spcBef>
                <a:spcAft>
                  <a:spcPct val="0"/>
                </a:spcAft>
                <a:buSzPct val="100000"/>
                <a:buFontTx/>
                <a:buChar char="»"/>
                <a:defRPr sz="2000" b="1" u="none" kern="1200" baseline="0">
                  <a:solidFill>
                    <a:schemeClr val="tx1"/>
                  </a:solidFill>
                  <a:latin typeface="Arial" panose="020B0604020202090204" pitchFamily="34" charset="0"/>
                  <a:ea typeface="宋体" panose="02010600030101010101" pitchFamily="2" charset="-122"/>
                </a:defRPr>
              </a:lvl5pPr>
            </a:lstStyle>
            <a:p>
              <a:pPr marL="0" lvl="0" indent="0" algn="l" eaLnBrk="1" latinLnBrk="0" hangingPunct="1">
                <a:spcBef>
                  <a:spcPct val="0"/>
                </a:spcBef>
                <a:buNone/>
              </a:pPr>
              <a:r>
                <a:rPr 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O</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         </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CO</a:t>
              </a:r>
              <a:endPar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endParaRPr>
            </a:p>
          </p:txBody>
        </p:sp>
        <p:grpSp>
          <p:nvGrpSpPr>
            <p:cNvPr id="21" name="组合 20"/>
            <p:cNvGrpSpPr/>
            <p:nvPr/>
          </p:nvGrpSpPr>
          <p:grpSpPr>
            <a:xfrm rot="0">
              <a:off x="13305" y="4067"/>
              <a:ext cx="1092" cy="628"/>
              <a:chOff x="15933" y="5529"/>
              <a:chExt cx="891" cy="628"/>
            </a:xfrm>
          </p:grpSpPr>
          <p:grpSp>
            <p:nvGrpSpPr>
              <p:cNvPr id="22" name="组合 21"/>
              <p:cNvGrpSpPr/>
              <p:nvPr/>
            </p:nvGrpSpPr>
            <p:grpSpPr>
              <a:xfrm>
                <a:off x="15933" y="5529"/>
                <a:ext cx="891" cy="628"/>
                <a:chOff x="6700871" y="5089833"/>
                <a:chExt cx="565821" cy="398771"/>
              </a:xfrm>
            </p:grpSpPr>
            <p:sp>
              <p:nvSpPr>
                <p:cNvPr id="23" name="矩形 22"/>
                <p:cNvSpPr/>
                <p:nvPr>
                  <p:custDataLst>
                    <p:tags r:id="rId12"/>
                  </p:custDataLst>
                </p:nvPr>
              </p:nvSpPr>
              <p:spPr>
                <a:xfrm>
                  <a:off x="6700871" y="5089833"/>
                  <a:ext cx="565821" cy="398771"/>
                </a:xfrm>
                <a:prstGeom prst="rect">
                  <a:avLst/>
                </a:prstGeom>
              </p:spPr>
              <p:txBody>
                <a:bodyPr wrap="none">
                  <a:spAutoFit/>
                </a:bodyPr>
                <a:p>
                  <a:pPr lvl="0" algn="l"/>
                  <a:r>
                    <a:rPr lang="zh-CN" sz="2000" b="1" kern="100" dirty="0" smtClean="0">
                      <a:ln>
                        <a:noFill/>
                      </a:ln>
                      <a:solidFill>
                        <a:schemeClr val="tx1">
                          <a:lumMod val="75000"/>
                          <a:lumOff val="25000"/>
                        </a:schemeClr>
                      </a:solidFill>
                      <a:latin typeface="楷体" panose="02010609060101010101" charset="-122"/>
                      <a:ea typeface="楷体" panose="02010609060101010101" charset="-122"/>
                    </a:rPr>
                    <a:t>高温</a:t>
                  </a:r>
                  <a:endParaRPr lang="zh-CN" sz="2000" b="1" kern="100" dirty="0" smtClean="0">
                    <a:ln>
                      <a:noFill/>
                    </a:ln>
                    <a:solidFill>
                      <a:schemeClr val="tx1">
                        <a:lumMod val="75000"/>
                        <a:lumOff val="25000"/>
                      </a:schemeClr>
                    </a:solidFill>
                    <a:latin typeface="楷体" panose="02010609060101010101" charset="-122"/>
                    <a:ea typeface="楷体" panose="02010609060101010101" charset="-122"/>
                  </a:endParaRPr>
                </a:p>
              </p:txBody>
            </p:sp>
            <p:cxnSp>
              <p:nvCxnSpPr>
                <p:cNvPr id="24" name="直接箭头连接符 23"/>
                <p:cNvCxnSpPr/>
                <p:nvPr>
                  <p:custDataLst>
                    <p:tags r:id="rId13"/>
                  </p:custDataLst>
                </p:nvPr>
              </p:nvCxnSpPr>
              <p:spPr>
                <a:xfrm flipV="1">
                  <a:off x="6728185" y="5418161"/>
                  <a:ext cx="499383" cy="4555"/>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25" name="直接箭头连接符 24"/>
              <p:cNvCxnSpPr/>
              <p:nvPr>
                <p:custDataLst>
                  <p:tags r:id="rId14"/>
                </p:custDataLst>
              </p:nvPr>
            </p:nvCxnSpPr>
            <p:spPr>
              <a:xfrm flipV="1">
                <a:off x="15984" y="6100"/>
                <a:ext cx="786" cy="7"/>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grpSp>
        <p:nvGrpSpPr>
          <p:cNvPr id="26" name="组合 25"/>
          <p:cNvGrpSpPr/>
          <p:nvPr/>
        </p:nvGrpSpPr>
        <p:grpSpPr>
          <a:xfrm>
            <a:off x="4308475" y="5461000"/>
            <a:ext cx="3670300" cy="607060"/>
            <a:chOff x="11273" y="4067"/>
            <a:chExt cx="5780" cy="956"/>
          </a:xfrm>
        </p:grpSpPr>
        <p:sp>
          <p:nvSpPr>
            <p:cNvPr id="27" name="文本框 26"/>
            <p:cNvSpPr txBox="1"/>
            <p:nvPr>
              <p:custDataLst>
                <p:tags r:id="rId15"/>
              </p:custDataLst>
            </p:nvPr>
          </p:nvSpPr>
          <p:spPr>
            <a:xfrm>
              <a:off x="11273" y="4289"/>
              <a:ext cx="5780" cy="734"/>
            </a:xfrm>
            <a:prstGeom prst="rect">
              <a:avLst/>
            </a:prstGeom>
            <a:noFill/>
            <a:ln w="9525">
              <a:noFill/>
            </a:ln>
          </p:spPr>
          <p:txBody>
            <a:bodyPr wrap="none" tIns="36195">
              <a:spAutoFit/>
            </a:bodyPr>
            <a:lstStyle>
              <a:lvl1pPr marL="342900" lvl="0" indent="-3429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3200" b="1" u="none" kern="1200" baseline="0">
                  <a:solidFill>
                    <a:schemeClr val="tx1"/>
                  </a:solidFill>
                  <a:latin typeface="Arial" panose="020B0604020202090204" pitchFamily="34" charset="0"/>
                  <a:ea typeface="宋体" panose="02010600030101010101" pitchFamily="2" charset="-122"/>
                </a:defRPr>
              </a:lvl1pPr>
              <a:lvl2pPr marL="742950" lvl="1" indent="-28575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800" b="1" u="none" kern="1200" baseline="0">
                  <a:solidFill>
                    <a:schemeClr val="tx1"/>
                  </a:solidFill>
                  <a:latin typeface="Arial" panose="020B0604020202090204" pitchFamily="34" charset="0"/>
                  <a:ea typeface="宋体" panose="02010600030101010101" pitchFamily="2" charset="-122"/>
                </a:defRPr>
              </a:lvl2pPr>
              <a:lvl3pPr marL="1143000" lvl="2"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400" b="1" u="none" kern="1200" baseline="0">
                  <a:solidFill>
                    <a:schemeClr val="tx1"/>
                  </a:solidFill>
                  <a:latin typeface="Arial" panose="020B0604020202090204" pitchFamily="34" charset="0"/>
                  <a:ea typeface="宋体" panose="02010600030101010101" pitchFamily="2" charset="-122"/>
                </a:defRPr>
              </a:lvl3pPr>
              <a:lvl4pPr marL="1600200" lvl="3"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000" b="1" u="none" kern="1200" baseline="0">
                  <a:solidFill>
                    <a:schemeClr val="tx1"/>
                  </a:solidFill>
                  <a:latin typeface="Arial" panose="020B0604020202090204" pitchFamily="34" charset="0"/>
                  <a:ea typeface="宋体" panose="02010600030101010101" pitchFamily="2" charset="-122"/>
                </a:defRPr>
              </a:lvl4pPr>
              <a:lvl5pPr marL="2057400" lvl="4" indent="-228600" algn="l" rtl="0" eaLnBrk="0" fontAlgn="base" latinLnBrk="0" hangingPunct="0">
                <a:lnSpc>
                  <a:spcPct val="100000"/>
                </a:lnSpc>
                <a:spcBef>
                  <a:spcPct val="20000"/>
                </a:spcBef>
                <a:spcAft>
                  <a:spcPct val="0"/>
                </a:spcAft>
                <a:buSzPct val="100000"/>
                <a:buFontTx/>
                <a:buChar char="»"/>
                <a:defRPr sz="2000" b="1" u="none" kern="1200" baseline="0">
                  <a:solidFill>
                    <a:schemeClr val="tx1"/>
                  </a:solidFill>
                  <a:latin typeface="Arial" panose="020B0604020202090204" pitchFamily="34" charset="0"/>
                  <a:ea typeface="宋体" panose="02010600030101010101" pitchFamily="2" charset="-122"/>
                </a:defRPr>
              </a:lvl5pPr>
            </a:lstStyle>
            <a:p>
              <a:pPr marL="0" lvl="0" indent="0" algn="l" eaLnBrk="1" latinLnBrk="0" hangingPunct="1">
                <a:spcBef>
                  <a:spcPct val="0"/>
                </a:spcBef>
                <a:buNone/>
              </a:pPr>
              <a:r>
                <a:rPr 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+2Cu</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O</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2Cu+CO</a:t>
              </a:r>
              <a:r>
                <a:rPr lang="en-US" altLang="zh-CN"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a:t>
              </a:r>
              <a:r>
                <a:rPr lang="zh-CN" altLang="en-US" sz="2500">
                  <a:solidFill>
                    <a:srgbClr val="404040"/>
                  </a:solidFill>
                  <a:uFillTx/>
                  <a:latin typeface="宋体" panose="02010600030101010101" pitchFamily="2" charset="-122"/>
                  <a:cs typeface="Times New Roman" panose="02020603050405020304" pitchFamily="18" charset="0"/>
                  <a:sym typeface="+mn-ea"/>
                </a:rPr>
                <a:t>↑</a:t>
              </a:r>
              <a:endPar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endParaRPr>
            </a:p>
          </p:txBody>
        </p:sp>
        <p:grpSp>
          <p:nvGrpSpPr>
            <p:cNvPr id="28" name="组合 27"/>
            <p:cNvGrpSpPr/>
            <p:nvPr/>
          </p:nvGrpSpPr>
          <p:grpSpPr>
            <a:xfrm rot="0">
              <a:off x="13305" y="4067"/>
              <a:ext cx="1092" cy="628"/>
              <a:chOff x="15933" y="5529"/>
              <a:chExt cx="891" cy="628"/>
            </a:xfrm>
          </p:grpSpPr>
          <p:grpSp>
            <p:nvGrpSpPr>
              <p:cNvPr id="29" name="组合 28"/>
              <p:cNvGrpSpPr/>
              <p:nvPr/>
            </p:nvGrpSpPr>
            <p:grpSpPr>
              <a:xfrm>
                <a:off x="15933" y="5529"/>
                <a:ext cx="891" cy="628"/>
                <a:chOff x="6700871" y="5089833"/>
                <a:chExt cx="565821" cy="398771"/>
              </a:xfrm>
            </p:grpSpPr>
            <p:sp>
              <p:nvSpPr>
                <p:cNvPr id="30" name="矩形 29"/>
                <p:cNvSpPr/>
                <p:nvPr>
                  <p:custDataLst>
                    <p:tags r:id="rId16"/>
                  </p:custDataLst>
                </p:nvPr>
              </p:nvSpPr>
              <p:spPr>
                <a:xfrm>
                  <a:off x="6700871" y="5089833"/>
                  <a:ext cx="565821" cy="398771"/>
                </a:xfrm>
                <a:prstGeom prst="rect">
                  <a:avLst/>
                </a:prstGeom>
              </p:spPr>
              <p:txBody>
                <a:bodyPr wrap="none">
                  <a:spAutoFit/>
                </a:bodyPr>
                <a:p>
                  <a:pPr lvl="0" algn="l"/>
                  <a:r>
                    <a:rPr lang="zh-CN" sz="2000" b="1" kern="100" dirty="0" smtClean="0">
                      <a:ln>
                        <a:noFill/>
                      </a:ln>
                      <a:solidFill>
                        <a:schemeClr val="tx1">
                          <a:lumMod val="75000"/>
                          <a:lumOff val="25000"/>
                        </a:schemeClr>
                      </a:solidFill>
                      <a:latin typeface="楷体" panose="02010609060101010101" charset="-122"/>
                      <a:ea typeface="楷体" panose="02010609060101010101" charset="-122"/>
                    </a:rPr>
                    <a:t>高温</a:t>
                  </a:r>
                  <a:endParaRPr lang="zh-CN" sz="2000" b="1" kern="100" dirty="0" smtClean="0">
                    <a:ln>
                      <a:noFill/>
                    </a:ln>
                    <a:solidFill>
                      <a:schemeClr val="tx1">
                        <a:lumMod val="75000"/>
                        <a:lumOff val="25000"/>
                      </a:schemeClr>
                    </a:solidFill>
                    <a:latin typeface="楷体" panose="02010609060101010101" charset="-122"/>
                    <a:ea typeface="楷体" panose="02010609060101010101" charset="-122"/>
                  </a:endParaRPr>
                </a:p>
              </p:txBody>
            </p:sp>
            <p:cxnSp>
              <p:nvCxnSpPr>
                <p:cNvPr id="31" name="直接箭头连接符 30"/>
                <p:cNvCxnSpPr/>
                <p:nvPr>
                  <p:custDataLst>
                    <p:tags r:id="rId17"/>
                  </p:custDataLst>
                </p:nvPr>
              </p:nvCxnSpPr>
              <p:spPr>
                <a:xfrm flipV="1">
                  <a:off x="6728185" y="5418161"/>
                  <a:ext cx="499383" cy="4555"/>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32" name="直接箭头连接符 31"/>
              <p:cNvCxnSpPr/>
              <p:nvPr>
                <p:custDataLst>
                  <p:tags r:id="rId18"/>
                </p:custDataLst>
              </p:nvPr>
            </p:nvCxnSpPr>
            <p:spPr>
              <a:xfrm flipV="1">
                <a:off x="15984" y="6100"/>
                <a:ext cx="786" cy="7"/>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sp>
        <p:nvSpPr>
          <p:cNvPr id="33" name="文本框 32"/>
          <p:cNvSpPr txBox="1"/>
          <p:nvPr/>
        </p:nvSpPr>
        <p:spPr>
          <a:xfrm>
            <a:off x="1536065" y="1071880"/>
            <a:ext cx="8361680" cy="445135"/>
          </a:xfrm>
          <a:prstGeom prst="rect">
            <a:avLst/>
          </a:prstGeom>
          <a:noFill/>
        </p:spPr>
        <p:txBody>
          <a:bodyPr wrap="none" rtlCol="0" anchor="t">
            <a:spAutoFit/>
          </a:bodyPr>
          <a:p>
            <a:r>
              <a:rPr lang="zh-CN" altLang="en-US" sz="2300">
                <a:solidFill>
                  <a:srgbClr val="404040"/>
                </a:solidFill>
                <a:uFillTx/>
                <a:latin typeface="Times New Roman" panose="02020603050405020304" pitchFamily="18" charset="0"/>
                <a:sym typeface="+mn-ea"/>
              </a:rPr>
              <a:t>金刚石与石墨物理性质差异很大的原因：</a:t>
            </a:r>
            <a:r>
              <a:rPr lang="zh-CN" altLang="en-US" sz="2300">
                <a:gradFill>
                  <a:gsLst>
                    <a:gs pos="0">
                      <a:srgbClr val="E30000"/>
                    </a:gs>
                    <a:gs pos="100000">
                      <a:srgbClr val="760303"/>
                    </a:gs>
                  </a:gsLst>
                  <a:lin scaled="0"/>
                </a:gradFill>
                <a:uFillTx/>
                <a:latin typeface="Times New Roman" panose="02020603050405020304" pitchFamily="18" charset="0"/>
                <a:sym typeface="+mn-ea"/>
              </a:rPr>
              <a:t>碳原子的排列方式不同</a:t>
            </a:r>
            <a:endParaRPr lang="zh-CN" altLang="en-US" sz="2300">
              <a:gradFill>
                <a:gsLst>
                  <a:gs pos="0">
                    <a:srgbClr val="E30000"/>
                  </a:gs>
                  <a:gs pos="100000">
                    <a:srgbClr val="760303"/>
                  </a:gs>
                </a:gsLst>
                <a:lin scaled="0"/>
              </a:gradFill>
              <a:uFillTx/>
              <a:latin typeface="Times New Roman" panose="02020603050405020304" pitchFamily="18" charset="0"/>
              <a:sym typeface="+mn-ea"/>
            </a:endParaRPr>
          </a:p>
        </p:txBody>
      </p:sp>
    </p:spTree>
    <p:custDataLst>
      <p:tags r:id="rId1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linds(horizont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blinds(horizontal)">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blinds(horizontal)">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linds(horizont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blinds(horizontal)">
                                      <p:cBhvr>
                                        <p:cTn id="37" dur="500"/>
                                        <p:tgtEl>
                                          <p:spTgt spid="5">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linds(horizontal)">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animEffect transition="in" filter="blinds(horizontal)">
                                      <p:cBhvr>
                                        <p:cTn id="47" dur="500"/>
                                        <p:tgtEl>
                                          <p:spTgt spid="5">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blinds(horizontal)">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blinds(horizontal)">
                                      <p:cBhvr>
                                        <p:cTn id="5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custDataLst>
              <p:tags r:id="rId1"/>
            </p:custDataLst>
          </p:nvPr>
        </p:nvGraphicFramePr>
        <p:xfrm>
          <a:off x="588010" y="334645"/>
          <a:ext cx="11035665" cy="6192000"/>
        </p:xfrm>
        <a:graphic>
          <a:graphicData uri="http://schemas.openxmlformats.org/drawingml/2006/table">
            <a:tbl>
              <a:tblPr firstRow="1" bandRow="1">
                <a:tableStyleId>{5C22544A-7EE6-4342-B048-85BDC9FD1C3A}</a:tableStyleId>
              </a:tblPr>
              <a:tblGrid>
                <a:gridCol w="1276350"/>
                <a:gridCol w="4018280"/>
                <a:gridCol w="5741035"/>
              </a:tblGrid>
              <a:tr h="612000">
                <a:tc gridSpan="3">
                  <a:txBody>
                    <a:bodyPr/>
                    <a:p>
                      <a:pPr>
                        <a:buNone/>
                      </a:pPr>
                      <a:r>
                        <a:rPr lang="en-US" altLang="zh-CN" sz="2400">
                          <a:solidFill>
                            <a:srgbClr val="FFFFFF"/>
                          </a:solidFill>
                          <a:uFillTx/>
                          <a:latin typeface="Times New Roman" panose="02020603050405020304" pitchFamily="18" charset="0"/>
                          <a:ea typeface="方正粗黑宋简体" panose="02000000000000000000" pitchFamily="2" charset="-122"/>
                        </a:rPr>
                        <a:t>2</a:t>
                      </a:r>
                      <a:r>
                        <a:rPr lang="zh-CN" altLang="en-US" sz="2400">
                          <a:solidFill>
                            <a:srgbClr val="FFFFFF"/>
                          </a:solidFill>
                          <a:uFillTx/>
                          <a:latin typeface="Times New Roman" panose="02020603050405020304" pitchFamily="18" charset="0"/>
                          <a:ea typeface="方正粗黑宋简体" panose="02000000000000000000" pitchFamily="2" charset="-122"/>
                        </a:rPr>
                        <a:t>.碳的</a:t>
                      </a:r>
                      <a:r>
                        <a:rPr lang="zh-CN" sz="2400">
                          <a:solidFill>
                            <a:srgbClr val="FFFFFF"/>
                          </a:solidFill>
                          <a:uFillTx/>
                          <a:latin typeface="Times New Roman" panose="02020603050405020304" pitchFamily="18" charset="0"/>
                          <a:ea typeface="方正粗黑宋简体" panose="02000000000000000000" pitchFamily="2" charset="-122"/>
                        </a:rPr>
                        <a:t>氧化物的性质</a:t>
                      </a:r>
                      <a:endParaRPr lang="zh-CN" sz="2400" baseline="-25000">
                        <a:solidFill>
                          <a:srgbClr val="FFFFFF"/>
                        </a:solidFill>
                        <a:uFillTx/>
                        <a:latin typeface="Times New Roman" panose="02020603050405020304" pitchFamily="18" charset="0"/>
                        <a:ea typeface="方正粗黑宋简体" panose="02000000000000000000" pitchFamily="2" charset="-122"/>
                      </a:endParaRPr>
                    </a:p>
                  </a:txBody>
                  <a:tcPr marL="36195" marR="36195" marT="36195" marB="36195" anchor="ctr" anchorCtr="0">
                    <a:lnL w="19050" cap="rnd">
                      <a:solidFill>
                        <a:srgbClr val="584E61"/>
                      </a:solidFill>
                      <a:prstDash val="solid"/>
                    </a:lnL>
                    <a:lnR w="19050">
                      <a:solidFill>
                        <a:srgbClr val="584E61"/>
                      </a:solidFill>
                      <a:prstDash val="solid"/>
                    </a:lnR>
                    <a:lnT w="19050" cap="rnd">
                      <a:solidFill>
                        <a:srgbClr val="584E61"/>
                      </a:solidFill>
                      <a:prstDash val="solid"/>
                    </a:lnT>
                    <a:lnB w="19050">
                      <a:solidFill>
                        <a:srgbClr val="584E61"/>
                      </a:solidFill>
                      <a:prstDash val="solid"/>
                    </a:lnB>
                    <a:solidFill>
                      <a:srgbClr val="584E61"/>
                    </a:solidFill>
                  </a:tcPr>
                </a:tc>
                <a:tc hMerge="1">
                  <a:tcPr>
                    <a:lnT w="19050" cap="rnd">
                      <a:solidFill>
                        <a:srgbClr val="584E61"/>
                      </a:solidFill>
                      <a:prstDash val="solid"/>
                    </a:lnT>
                    <a:lnB w="19050">
                      <a:solidFill>
                        <a:srgbClr val="584E61"/>
                      </a:solidFill>
                      <a:prstDash val="solid"/>
                    </a:lnB>
                  </a:tcPr>
                </a:tc>
                <a:tc hMerge="1">
                  <a:tcPr>
                    <a:lnR w="19050" cap="rnd">
                      <a:solidFill>
                        <a:srgbClr val="584E61"/>
                      </a:solidFill>
                      <a:prstDash val="solid"/>
                    </a:lnR>
                    <a:lnT w="19050" cap="rnd">
                      <a:solidFill>
                        <a:srgbClr val="584E61"/>
                      </a:solidFill>
                      <a:prstDash val="solid"/>
                    </a:lnT>
                    <a:lnB w="19050">
                      <a:solidFill>
                        <a:srgbClr val="584E61"/>
                      </a:solidFill>
                      <a:prstDash val="solid"/>
                    </a:lnB>
                  </a:tcPr>
                </a:tc>
              </a:tr>
              <a:tr h="540000">
                <a:tc>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名 称</a:t>
                      </a:r>
                      <a:endParaRPr lang="zh-CN" altLang="en-US" sz="2300" b="1">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584E61"/>
                      </a:solidFill>
                      <a:prstDash val="solid"/>
                    </a:lnL>
                    <a:lnR w="3175">
                      <a:solidFill>
                        <a:srgbClr val="584E61"/>
                      </a:solidFill>
                      <a:prstDash val="dot"/>
                    </a:lnR>
                    <a:lnT w="19050">
                      <a:solidFill>
                        <a:srgbClr val="584E61"/>
                      </a:solidFill>
                      <a:prstDash val="solid"/>
                    </a:lnT>
                    <a:lnB w="19050">
                      <a:solidFill>
                        <a:srgbClr val="584E61"/>
                      </a:solidFill>
                      <a:prstDash val="solid"/>
                    </a:lnB>
                    <a:solidFill>
                      <a:srgbClr val="FFFFFF"/>
                    </a:solidFill>
                  </a:tcPr>
                </a:tc>
                <a:tc>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一氧化碳</a:t>
                      </a:r>
                      <a:endParaRPr lang="zh-CN" altLang="en-US" sz="2300" b="1">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3175">
                      <a:solidFill>
                        <a:srgbClr val="584E61"/>
                      </a:solidFill>
                      <a:prstDash val="dot"/>
                    </a:lnL>
                    <a:lnR w="3175">
                      <a:solidFill>
                        <a:srgbClr val="584E61"/>
                      </a:solidFill>
                      <a:prstDash val="dot"/>
                    </a:lnR>
                    <a:lnT w="19050">
                      <a:solidFill>
                        <a:srgbClr val="584E61"/>
                      </a:solidFill>
                      <a:prstDash val="solid"/>
                    </a:lnT>
                    <a:lnB w="19050">
                      <a:solidFill>
                        <a:srgbClr val="584E61"/>
                      </a:solidFill>
                      <a:prstDash val="solid"/>
                    </a:lnB>
                    <a:solidFill>
                      <a:srgbClr val="FFFFFF"/>
                    </a:solidFill>
                  </a:tcPr>
                </a:tc>
                <a:tc>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二氧化碳</a:t>
                      </a:r>
                      <a:endParaRPr lang="zh-CN" altLang="en-US" sz="2300" b="1">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3175">
                      <a:solidFill>
                        <a:srgbClr val="584E61"/>
                      </a:solidFill>
                      <a:prstDash val="dot"/>
                    </a:lnL>
                    <a:lnR w="19050" cap="rnd">
                      <a:solidFill>
                        <a:srgbClr val="584E61"/>
                      </a:solidFill>
                      <a:prstDash val="solid"/>
                    </a:lnR>
                    <a:lnT w="19050">
                      <a:solidFill>
                        <a:srgbClr val="584E61"/>
                      </a:solidFill>
                      <a:prstDash val="solid"/>
                    </a:lnT>
                    <a:lnB w="19050">
                      <a:solidFill>
                        <a:srgbClr val="584E61"/>
                      </a:solidFill>
                      <a:prstDash val="solid"/>
                    </a:lnB>
                    <a:solidFill>
                      <a:srgbClr val="FFFFFF"/>
                    </a:solidFill>
                  </a:tcPr>
                </a:tc>
              </a:tr>
              <a:tr h="540000">
                <a:tc>
                  <a:txBody>
                    <a:bodyPr/>
                    <a:p>
                      <a:pPr>
                        <a:buNone/>
                      </a:pPr>
                      <a:r>
                        <a:rPr lang="zh-CN" altLang="en-US" sz="2300" b="1">
                          <a:solidFill>
                            <a:srgbClr val="404040"/>
                          </a:solidFill>
                          <a:uFillTx/>
                          <a:latin typeface="Times New Roman" panose="02020603050405020304" pitchFamily="18" charset="0"/>
                          <a:ea typeface="方正粗黑宋简体" panose="02000000000000000000" pitchFamily="2" charset="-122"/>
                        </a:rPr>
                        <a:t>俗称</a:t>
                      </a:r>
                      <a:endParaRPr lang="zh-CN" altLang="en-US" sz="2300" b="1">
                        <a:solidFill>
                          <a:srgbClr val="404040"/>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584E61"/>
                      </a:solidFill>
                      <a:prstDash val="solid"/>
                    </a:lnL>
                    <a:lnR w="3175">
                      <a:solidFill>
                        <a:srgbClr val="584E61"/>
                      </a:solidFill>
                      <a:prstDash val="dot"/>
                    </a:lnR>
                    <a:lnT w="19050">
                      <a:solidFill>
                        <a:srgbClr val="584E61"/>
                      </a:solidFill>
                      <a:prstDash val="solid"/>
                    </a:lnT>
                    <a:lnB w="3175">
                      <a:solidFill>
                        <a:srgbClr val="584E61"/>
                      </a:solidFill>
                      <a:prstDash val="dot"/>
                    </a:lnB>
                    <a:solidFill>
                      <a:srgbClr val="F2F2F2"/>
                    </a:solidFill>
                  </a:tcPr>
                </a:tc>
                <a:tc>
                  <a:txBody>
                    <a:bodyPr/>
                    <a:p>
                      <a:pPr>
                        <a:buNone/>
                      </a:pPr>
                      <a:endParaRPr lang="zh-CN" altLang="en-US" sz="2300" b="1">
                        <a:solidFill>
                          <a:srgbClr val="404040"/>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3175">
                      <a:solidFill>
                        <a:srgbClr val="584E61"/>
                      </a:solidFill>
                      <a:prstDash val="dot"/>
                    </a:lnL>
                    <a:lnR w="3175">
                      <a:solidFill>
                        <a:srgbClr val="584E61"/>
                      </a:solidFill>
                      <a:prstDash val="dot"/>
                    </a:lnR>
                    <a:lnT w="19050">
                      <a:solidFill>
                        <a:srgbClr val="584E61"/>
                      </a:solidFill>
                      <a:prstDash val="solid"/>
                    </a:lnT>
                    <a:lnB w="3175">
                      <a:solidFill>
                        <a:srgbClr val="584E61"/>
                      </a:solidFill>
                      <a:prstDash val="dot"/>
                    </a:lnB>
                    <a:solidFill>
                      <a:srgbClr val="F2F2F2"/>
                    </a:solidFill>
                  </a:tcPr>
                </a:tc>
                <a:tc>
                  <a:txBody>
                    <a:bodyPr/>
                    <a:p>
                      <a:pPr>
                        <a:buNone/>
                      </a:pPr>
                      <a:endParaRPr lang="zh-CN" altLang="en-US" sz="2300" b="1">
                        <a:solidFill>
                          <a:srgbClr val="404040"/>
                        </a:solidFill>
                        <a:uFillTx/>
                        <a:latin typeface="Arial" panose="020B0604020202090204" pitchFamily="34" charset="0"/>
                        <a:ea typeface="方正粗黑宋简体" panose="02000000000000000000" pitchFamily="2" charset="-122"/>
                        <a:cs typeface="Arial" panose="020B0604020202090204" pitchFamily="34" charset="0"/>
                      </a:endParaRPr>
                    </a:p>
                  </a:txBody>
                  <a:tcPr marL="36195" marR="36195" marT="36195" marB="36195" anchor="ctr" anchorCtr="1">
                    <a:lnL w="3175">
                      <a:solidFill>
                        <a:srgbClr val="584E61"/>
                      </a:solidFill>
                      <a:prstDash val="dot"/>
                    </a:lnL>
                    <a:lnR w="19050" cap="rnd">
                      <a:solidFill>
                        <a:srgbClr val="584E61"/>
                      </a:solidFill>
                      <a:prstDash val="solid"/>
                    </a:lnR>
                    <a:lnT w="19050">
                      <a:solidFill>
                        <a:srgbClr val="584E61"/>
                      </a:solidFill>
                      <a:prstDash val="solid"/>
                    </a:lnT>
                    <a:lnB w="3175">
                      <a:solidFill>
                        <a:srgbClr val="584E61"/>
                      </a:solidFill>
                      <a:prstDash val="dot"/>
                    </a:lnB>
                    <a:solidFill>
                      <a:srgbClr val="F2F2F2"/>
                    </a:solidFill>
                  </a:tcPr>
                </a:tc>
              </a:tr>
              <a:tr h="900000">
                <a:tc>
                  <a:txBody>
                    <a:bodyPr/>
                    <a:p>
                      <a:pPr>
                        <a:buNone/>
                      </a:pPr>
                      <a:r>
                        <a:rPr lang="zh-CN" altLang="en-US" sz="2300" b="1">
                          <a:solidFill>
                            <a:srgbClr val="404040"/>
                          </a:solidFill>
                          <a:uFillTx/>
                          <a:latin typeface="Times New Roman" panose="02020603050405020304" pitchFamily="18" charset="0"/>
                          <a:ea typeface="方正粗黑宋简体" panose="02000000000000000000" pitchFamily="2" charset="-122"/>
                        </a:rPr>
                        <a:t>物理性质</a:t>
                      </a:r>
                      <a:endParaRPr lang="zh-CN" altLang="en-US" sz="2300" b="1">
                        <a:solidFill>
                          <a:srgbClr val="404040"/>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584E61"/>
                      </a:solidFill>
                      <a:prstDash val="solid"/>
                    </a:lnL>
                    <a:lnR w="3175">
                      <a:solidFill>
                        <a:srgbClr val="584E61"/>
                      </a:solidFill>
                      <a:prstDash val="dot"/>
                    </a:lnR>
                    <a:lnT w="3175">
                      <a:solidFill>
                        <a:srgbClr val="584E61"/>
                      </a:solidFill>
                      <a:prstDash val="dot"/>
                    </a:lnT>
                    <a:lnB w="3175">
                      <a:solidFill>
                        <a:srgbClr val="584E61"/>
                      </a:solidFill>
                      <a:prstDash val="dot"/>
                    </a:lnB>
                    <a:solidFill>
                      <a:srgbClr val="FFFFFF"/>
                    </a:solidFill>
                  </a:tcPr>
                </a:tc>
                <a:tc>
                  <a:txBody>
                    <a:bodyPr/>
                    <a:p>
                      <a:pPr>
                        <a:buNone/>
                      </a:pPr>
                      <a:endParaRPr lang="zh-CN" altLang="en-US" sz="2300">
                        <a:solidFill>
                          <a:srgbClr val="404040"/>
                        </a:solidFill>
                      </a:endParaRPr>
                    </a:p>
                  </a:txBody>
                  <a:tcPr marL="36195" marR="36195" marT="36195" marB="36195">
                    <a:lnL w="3175">
                      <a:solidFill>
                        <a:srgbClr val="584E61"/>
                      </a:solidFill>
                      <a:prstDash val="dot"/>
                    </a:lnL>
                    <a:lnR w="3175">
                      <a:solidFill>
                        <a:srgbClr val="584E61"/>
                      </a:solidFill>
                      <a:prstDash val="dot"/>
                    </a:lnR>
                    <a:lnT w="3175">
                      <a:solidFill>
                        <a:srgbClr val="584E61"/>
                      </a:solidFill>
                      <a:prstDash val="dot"/>
                    </a:lnT>
                    <a:lnB w="3175">
                      <a:solidFill>
                        <a:srgbClr val="584E61"/>
                      </a:solidFill>
                      <a:prstDash val="dot"/>
                    </a:lnB>
                    <a:solidFill>
                      <a:srgbClr val="FFFFFF"/>
                    </a:solidFill>
                  </a:tcPr>
                </a:tc>
                <a:tc>
                  <a:txBody>
                    <a:bodyPr/>
                    <a:p>
                      <a:pPr>
                        <a:buNone/>
                      </a:pPr>
                      <a:endParaRPr lang="zh-CN" altLang="en-US" sz="2300">
                        <a:solidFill>
                          <a:srgbClr val="404040"/>
                        </a:solidFill>
                      </a:endParaRPr>
                    </a:p>
                  </a:txBody>
                  <a:tcPr marL="36195" marR="36195" marT="36195" marB="36195">
                    <a:lnL w="3175">
                      <a:solidFill>
                        <a:srgbClr val="584E61"/>
                      </a:solidFill>
                      <a:prstDash val="dot"/>
                    </a:lnL>
                    <a:lnR w="19050" cap="rnd">
                      <a:solidFill>
                        <a:srgbClr val="584E61"/>
                      </a:solidFill>
                      <a:prstDash val="solid"/>
                    </a:lnR>
                    <a:lnT w="3175">
                      <a:solidFill>
                        <a:srgbClr val="584E61"/>
                      </a:solidFill>
                      <a:prstDash val="dot"/>
                    </a:lnT>
                    <a:lnB w="3175">
                      <a:solidFill>
                        <a:srgbClr val="584E61"/>
                      </a:solidFill>
                      <a:prstDash val="dot"/>
                    </a:lnB>
                    <a:solidFill>
                      <a:srgbClr val="FFFFFF"/>
                    </a:solidFill>
                  </a:tcPr>
                </a:tc>
              </a:tr>
              <a:tr h="3600000">
                <a:tc>
                  <a:txBody>
                    <a:bodyPr/>
                    <a:p>
                      <a:pPr>
                        <a:buNone/>
                      </a:pPr>
                      <a:r>
                        <a:rPr lang="zh-CN" altLang="en-US" sz="2300" b="1">
                          <a:solidFill>
                            <a:srgbClr val="404040"/>
                          </a:solidFill>
                          <a:uFillTx/>
                          <a:latin typeface="Times New Roman" panose="02020603050405020304" pitchFamily="18" charset="0"/>
                          <a:ea typeface="方正粗黑宋简体" panose="02000000000000000000" pitchFamily="2" charset="-122"/>
                        </a:rPr>
                        <a:t>化学性质</a:t>
                      </a:r>
                      <a:endParaRPr lang="zh-CN" altLang="en-US" sz="2300">
                        <a:solidFill>
                          <a:srgbClr val="404040"/>
                        </a:solidFill>
                        <a:latin typeface="Times New Roman" panose="02020603050405020304" pitchFamily="18" charset="0"/>
                      </a:endParaRPr>
                    </a:p>
                  </a:txBody>
                  <a:tcPr marL="36195" marR="36195" marT="36195" marB="36195" anchor="ctr" anchorCtr="1">
                    <a:lnL w="19050" cap="rnd">
                      <a:solidFill>
                        <a:srgbClr val="584E61"/>
                      </a:solidFill>
                      <a:prstDash val="solid"/>
                    </a:lnL>
                    <a:lnR w="3175">
                      <a:solidFill>
                        <a:srgbClr val="584E61"/>
                      </a:solidFill>
                      <a:prstDash val="dot"/>
                    </a:lnR>
                    <a:lnT w="3175">
                      <a:solidFill>
                        <a:srgbClr val="584E61"/>
                      </a:solidFill>
                      <a:prstDash val="dot"/>
                    </a:lnT>
                    <a:lnB w="19050" cap="rnd">
                      <a:solidFill>
                        <a:srgbClr val="584E61"/>
                      </a:solidFill>
                      <a:prstDash val="solid"/>
                    </a:lnB>
                    <a:solidFill>
                      <a:srgbClr val="F2F2F2"/>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lnL w="3175">
                      <a:solidFill>
                        <a:srgbClr val="584E61"/>
                      </a:solidFill>
                      <a:prstDash val="dot"/>
                    </a:lnL>
                    <a:lnR w="3175">
                      <a:solidFill>
                        <a:srgbClr val="584E61"/>
                      </a:solidFill>
                      <a:prstDash val="dot"/>
                    </a:lnR>
                    <a:lnT w="3175">
                      <a:solidFill>
                        <a:srgbClr val="584E61"/>
                      </a:solidFill>
                      <a:prstDash val="dot"/>
                    </a:lnT>
                    <a:lnB w="19050" cap="rnd">
                      <a:solidFill>
                        <a:srgbClr val="584E61"/>
                      </a:solidFill>
                      <a:prstDash val="solid"/>
                    </a:lnB>
                    <a:solidFill>
                      <a:srgbClr val="F2F2F2"/>
                    </a:solidFill>
                  </a:tcPr>
                </a:tc>
                <a:tc>
                  <a:txBody>
                    <a:bodyPr/>
                    <a:p>
                      <a:pPr>
                        <a:buNone/>
                      </a:pPr>
                      <a:endParaRPr lang="zh-CN" altLang="en-US" sz="2300">
                        <a:solidFill>
                          <a:srgbClr val="404040"/>
                        </a:solidFill>
                        <a:latin typeface="Times New Roman" panose="02020603050405020304" pitchFamily="18" charset="0"/>
                      </a:endParaRPr>
                    </a:p>
                  </a:txBody>
                  <a:tcPr marL="36195" marR="36195" marT="36195" marB="36195">
                    <a:lnL w="3175">
                      <a:solidFill>
                        <a:srgbClr val="584E61"/>
                      </a:solidFill>
                      <a:prstDash val="dot"/>
                    </a:lnL>
                    <a:lnR w="19050" cap="rnd">
                      <a:solidFill>
                        <a:srgbClr val="584E61"/>
                      </a:solidFill>
                      <a:prstDash val="solid"/>
                    </a:lnR>
                    <a:lnT w="3175">
                      <a:solidFill>
                        <a:srgbClr val="584E61"/>
                      </a:solidFill>
                      <a:prstDash val="dot"/>
                    </a:lnT>
                    <a:lnB w="19050" cap="rnd">
                      <a:solidFill>
                        <a:srgbClr val="584E61"/>
                      </a:solidFill>
                      <a:prstDash val="solid"/>
                    </a:lnB>
                    <a:solidFill>
                      <a:srgbClr val="F2F2F2"/>
                    </a:solidFill>
                  </a:tcPr>
                </a:tc>
              </a:tr>
            </a:tbl>
          </a:graphicData>
        </a:graphic>
      </p:graphicFrame>
      <p:sp>
        <p:nvSpPr>
          <p:cNvPr id="5" name="文本框 4"/>
          <p:cNvSpPr txBox="1"/>
          <p:nvPr>
            <p:custDataLst>
              <p:tags r:id="rId2"/>
            </p:custDataLst>
          </p:nvPr>
        </p:nvSpPr>
        <p:spPr>
          <a:xfrm>
            <a:off x="1826260" y="1480185"/>
            <a:ext cx="4057650" cy="4755515"/>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71755" tIns="60958" rIns="36195" bIns="60958" numCol="1" spcCol="38100" rtlCol="0" anchor="t" forceAA="0">
            <a:spAutoFit/>
          </a:bodyPr>
          <a:p>
            <a:pPr marL="0" algn="ctr" defTabSz="914400" rtl="0">
              <a:lnSpc>
                <a:spcPct val="100000"/>
              </a:lnSpc>
              <a:buNone/>
            </a:pPr>
            <a:r>
              <a:rPr lang="zh-CN" altLang="en-US" sz="2300">
                <a:solidFill>
                  <a:srgbClr val="404040"/>
                </a:solidFill>
                <a:uFillTx/>
                <a:latin typeface="Times New Roman" panose="02020603050405020304" pitchFamily="18" charset="0"/>
                <a:sym typeface="+mn-ea"/>
              </a:rPr>
              <a:t>煤气</a:t>
            </a:r>
            <a:endParaRPr lang="zh-CN" altLang="en-US" sz="2300">
              <a:solidFill>
                <a:srgbClr val="404040"/>
              </a:solidFill>
              <a:uFillTx/>
              <a:latin typeface="Times New Roman" panose="02020603050405020304" pitchFamily="18" charset="0"/>
              <a:sym typeface="+mn-ea"/>
            </a:endParaRPr>
          </a:p>
          <a:p>
            <a:pPr marL="0" algn="ctr" defTabSz="914400" rtl="0">
              <a:lnSpc>
                <a:spcPct val="180000"/>
              </a:lnSpc>
              <a:spcBef>
                <a:spcPts val="0"/>
              </a:spcBef>
              <a:spcAft>
                <a:spcPts val="0"/>
              </a:spcAft>
              <a:buNone/>
            </a:pPr>
            <a:r>
              <a:rPr lang="zh-CN" altLang="en-US" sz="2300">
                <a:solidFill>
                  <a:srgbClr val="404040"/>
                </a:solidFill>
                <a:uFillTx/>
                <a:latin typeface="Times New Roman" panose="02020603050405020304" pitchFamily="18" charset="0"/>
                <a:sym typeface="+mn-ea"/>
              </a:rPr>
              <a:t>无色无味气体，密度比空气</a:t>
            </a:r>
            <a:endParaRPr lang="zh-CN" altLang="en-US" sz="2300">
              <a:solidFill>
                <a:srgbClr val="404040"/>
              </a:solidFill>
              <a:uFillTx/>
              <a:latin typeface="Times New Roman" panose="02020603050405020304" pitchFamily="18" charset="0"/>
              <a:sym typeface="+mn-ea"/>
            </a:endParaRPr>
          </a:p>
          <a:p>
            <a:pPr marL="0" algn="l" defTabSz="914400" rtl="0">
              <a:lnSpc>
                <a:spcPct val="100000"/>
              </a:lnSpc>
              <a:buNone/>
            </a:pPr>
            <a:r>
              <a:rPr lang="zh-CN" altLang="en-US" sz="2300">
                <a:solidFill>
                  <a:srgbClr val="404040"/>
                </a:solidFill>
                <a:uFillTx/>
                <a:latin typeface="Times New Roman" panose="02020603050405020304" pitchFamily="18" charset="0"/>
                <a:sym typeface="+mn-ea"/>
              </a:rPr>
              <a:t>   </a:t>
            </a:r>
            <a:r>
              <a:rPr lang="zh-CN" altLang="en-US" sz="2300">
                <a:solidFill>
                  <a:srgbClr val="404040"/>
                </a:solidFill>
                <a:uFillTx/>
                <a:latin typeface="Times New Roman" panose="02020603050405020304" pitchFamily="18" charset="0"/>
                <a:sym typeface="+mn-ea"/>
              </a:rPr>
              <a:t>略</a:t>
            </a:r>
            <a:r>
              <a:rPr lang="zh-CN" altLang="en-US" sz="2300">
                <a:solidFill>
                  <a:srgbClr val="404040"/>
                </a:solidFill>
                <a:uFillTx/>
                <a:latin typeface="Times New Roman" panose="02020603050405020304" pitchFamily="18" charset="0"/>
                <a:sym typeface="+mn-ea"/>
              </a:rPr>
              <a:t>小，难溶于水</a:t>
            </a:r>
            <a:endParaRPr lang="zh-CN" altLang="en-US" sz="2300">
              <a:solidFill>
                <a:srgbClr val="404040"/>
              </a:solidFill>
              <a:uFillTx/>
              <a:latin typeface="Times New Roman" panose="02020603050405020304" pitchFamily="18" charset="0"/>
            </a:endParaRPr>
          </a:p>
          <a:p>
            <a:pPr marL="0" marR="0" indent="0" algn="l" defTabSz="914400" rtl="0" fontAlgn="auto" latinLnBrk="1">
              <a:lnSpc>
                <a:spcPct val="200000"/>
              </a:lnSpc>
              <a:spcBef>
                <a:spcPts val="0"/>
              </a:spcBef>
              <a:spcAft>
                <a:spcPts val="0"/>
              </a:spcAft>
              <a:buClrTx/>
              <a:buSzTx/>
              <a:buFontTx/>
              <a:buNone/>
            </a:pPr>
            <a:r>
              <a:rPr kumimoji="0" lang="zh-CN" altLang="en-US" sz="2300" i="0">
                <a:solidFill>
                  <a:srgbClr val="404040"/>
                </a:solidFill>
                <a:uFillTx/>
                <a:latin typeface="Times New Roman" panose="02020603050405020304" pitchFamily="18" charset="0"/>
                <a:sym typeface="Arial" panose="020B0604020202090204"/>
              </a:rPr>
              <a:t>    (1)可燃性(淡蓝色火焰)；</a:t>
            </a:r>
            <a:endParaRPr kumimoji="0" lang="zh-CN" altLang="en-US"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120000"/>
              </a:lnSpc>
              <a:spcBef>
                <a:spcPts val="0"/>
              </a:spcBef>
              <a:spcAft>
                <a:spcPts val="0"/>
              </a:spcAft>
              <a:buClrTx/>
              <a:buSzTx/>
              <a:buFontTx/>
              <a:buNone/>
            </a:pPr>
            <a:endParaRPr kumimoji="0" lang="zh-CN" altLang="en-US"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lang="zh-CN" altLang="en-US" sz="2300" i="0">
                <a:solidFill>
                  <a:srgbClr val="404040"/>
                </a:solidFill>
                <a:uFillTx/>
                <a:latin typeface="Times New Roman" panose="02020603050405020304" pitchFamily="18" charset="0"/>
                <a:sym typeface="Arial" panose="020B0604020202090204"/>
              </a:rPr>
              <a:t>    (2)还原性</a:t>
            </a:r>
            <a:endParaRPr kumimoji="0" lang="zh-CN" altLang="en-US"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250000"/>
              </a:lnSpc>
              <a:spcBef>
                <a:spcPts val="0"/>
              </a:spcBef>
              <a:spcAft>
                <a:spcPts val="0"/>
              </a:spcAft>
              <a:buClrTx/>
              <a:buSzTx/>
              <a:buFontTx/>
              <a:buNone/>
            </a:pPr>
            <a:endParaRPr kumimoji="0" lang="zh-CN" altLang="en-US"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lang="zh-CN" altLang="en-US" sz="2300" i="0">
                <a:solidFill>
                  <a:srgbClr val="404040"/>
                </a:solidFill>
                <a:uFillTx/>
                <a:latin typeface="Times New Roman" panose="02020603050405020304" pitchFamily="18" charset="0"/>
                <a:sym typeface="Arial" panose="020B0604020202090204"/>
              </a:rPr>
              <a:t>    (3)毒性</a:t>
            </a:r>
            <a:r>
              <a:rPr kumimoji="0" lang="en-US" altLang="zh-CN" sz="2300" i="0">
                <a:solidFill>
                  <a:srgbClr val="404040"/>
                </a:solidFill>
                <a:uFillTx/>
                <a:latin typeface="Times New Roman" panose="02020603050405020304" pitchFamily="18" charset="0"/>
                <a:sym typeface="Arial" panose="020B0604020202090204"/>
              </a:rPr>
              <a:t>(</a:t>
            </a:r>
            <a:r>
              <a:rPr kumimoji="0" lang="zh-CN" altLang="en-US" sz="2300" i="0">
                <a:gradFill>
                  <a:gsLst>
                    <a:gs pos="0">
                      <a:srgbClr val="E30000"/>
                    </a:gs>
                    <a:gs pos="100000">
                      <a:srgbClr val="760303"/>
                    </a:gs>
                  </a:gsLst>
                  <a:lin scaled="0"/>
                </a:gradFill>
                <a:uFillTx/>
                <a:latin typeface="Times New Roman" panose="02020603050405020304" pitchFamily="18" charset="0"/>
                <a:sym typeface="Arial" panose="020B0604020202090204"/>
              </a:rPr>
              <a:t>原理</a:t>
            </a:r>
            <a:r>
              <a:rPr kumimoji="0" lang="en-US" altLang="zh-CN" sz="2300" i="0">
                <a:gradFill>
                  <a:gsLst>
                    <a:gs pos="0">
                      <a:srgbClr val="E30000"/>
                    </a:gs>
                    <a:gs pos="100000">
                      <a:srgbClr val="760303"/>
                    </a:gs>
                  </a:gsLst>
                  <a:lin scaled="0"/>
                </a:gradFill>
                <a:uFillTx/>
                <a:latin typeface="Times New Roman" panose="02020603050405020304" pitchFamily="18" charset="0"/>
                <a:sym typeface="Arial" panose="020B0604020202090204"/>
              </a:rPr>
              <a:t>?</a:t>
            </a:r>
            <a:r>
              <a:rPr kumimoji="0" lang="en-US" altLang="zh-CN" sz="2300" i="0">
                <a:solidFill>
                  <a:srgbClr val="404040"/>
                </a:solidFill>
                <a:uFillTx/>
                <a:latin typeface="Times New Roman" panose="02020603050405020304" pitchFamily="18" charset="0"/>
                <a:sym typeface="Arial" panose="020B0604020202090204"/>
              </a:rPr>
              <a:t>)</a:t>
            </a:r>
            <a:endParaRPr kumimoji="0" lang="en-US" altLang="zh-CN" sz="2300" i="0">
              <a:solidFill>
                <a:srgbClr val="404040"/>
              </a:solidFill>
              <a:uFillTx/>
              <a:latin typeface="Times New Roman" panose="02020603050405020304" pitchFamily="18" charset="0"/>
              <a:sym typeface="Arial" panose="020B0604020202090204"/>
            </a:endParaRPr>
          </a:p>
        </p:txBody>
      </p:sp>
      <p:sp>
        <p:nvSpPr>
          <p:cNvPr id="6" name="文本框 5"/>
          <p:cNvSpPr txBox="1"/>
          <p:nvPr>
            <p:custDataLst>
              <p:tags r:id="rId3"/>
            </p:custDataLst>
          </p:nvPr>
        </p:nvSpPr>
        <p:spPr>
          <a:xfrm>
            <a:off x="5944870" y="1480185"/>
            <a:ext cx="5740400" cy="4472940"/>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71755" tIns="60958" rIns="60958" bIns="60958" numCol="1" spcCol="38100" rtlCol="0" anchor="t" forceAA="0">
            <a:spAutoFit/>
          </a:bodyPr>
          <a:p>
            <a:pPr marL="0" marR="0" indent="0" algn="ctr" defTabSz="914400" rtl="0" fontAlgn="auto" latinLnBrk="1">
              <a:lnSpc>
                <a:spcPct val="100000"/>
              </a:lnSpc>
              <a:spcBef>
                <a:spcPts val="0"/>
              </a:spcBef>
              <a:spcAft>
                <a:spcPts val="0"/>
              </a:spcAft>
              <a:buClrTx/>
              <a:buSzTx/>
              <a:buFontTx/>
              <a:buNone/>
            </a:pPr>
            <a:r>
              <a:rPr kumimoji="0" lang="zh-CN" altLang="en-US" sz="2300" i="0">
                <a:solidFill>
                  <a:srgbClr val="404040"/>
                </a:solidFill>
                <a:uFillTx/>
                <a:latin typeface="Times New Roman" panose="02020603050405020304" pitchFamily="18" charset="0"/>
                <a:sym typeface="Arial" panose="020B0604020202090204"/>
              </a:rPr>
              <a:t>固体CO</a:t>
            </a:r>
            <a:r>
              <a:rPr kumimoji="0" lang="zh-CN" altLang="en-US" sz="2300" i="0" baseline="-25000">
                <a:solidFill>
                  <a:srgbClr val="404040"/>
                </a:solidFill>
                <a:uFillTx/>
                <a:latin typeface="Times New Roman" panose="02020603050405020304" pitchFamily="18" charset="0"/>
                <a:sym typeface="Arial" panose="020B0604020202090204"/>
              </a:rPr>
              <a:t>2</a:t>
            </a:r>
            <a:r>
              <a:rPr kumimoji="0" lang="zh-CN" altLang="en-US" sz="2300" i="0">
                <a:solidFill>
                  <a:srgbClr val="404040"/>
                </a:solidFill>
                <a:uFillTx/>
                <a:latin typeface="宋体" panose="02010600030101010101" pitchFamily="2" charset="-122"/>
                <a:ea typeface="宋体" panose="02010600030101010101" pitchFamily="2" charset="-122"/>
                <a:sym typeface="Arial" panose="020B0604020202090204"/>
              </a:rPr>
              <a:t>→</a:t>
            </a:r>
            <a:r>
              <a:rPr kumimoji="0" lang="zh-CN" altLang="en-US" sz="2300" i="0">
                <a:solidFill>
                  <a:srgbClr val="404040"/>
                </a:solidFill>
                <a:uFillTx/>
                <a:latin typeface="Times New Roman" panose="02020603050405020304" pitchFamily="18" charset="0"/>
                <a:sym typeface="Arial" panose="020B0604020202090204"/>
              </a:rPr>
              <a:t>干冰</a:t>
            </a:r>
            <a:endParaRPr kumimoji="0" lang="zh-CN" altLang="en-US"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250000"/>
              </a:lnSpc>
              <a:spcBef>
                <a:spcPts val="0"/>
              </a:spcBef>
              <a:spcAft>
                <a:spcPts val="0"/>
              </a:spcAft>
              <a:buClrTx/>
              <a:buSzTx/>
              <a:buFontTx/>
              <a:buNone/>
            </a:pPr>
            <a:r>
              <a:rPr kumimoji="0" lang="zh-CN" altLang="en-US" sz="2300" i="0">
                <a:solidFill>
                  <a:srgbClr val="404040"/>
                </a:solidFill>
                <a:uFillTx/>
                <a:latin typeface="Times New Roman" panose="02020603050405020304" pitchFamily="18" charset="0"/>
                <a:sym typeface="Arial" panose="020B0604020202090204"/>
              </a:rPr>
              <a:t>无色无味气体，密度比空气大，可溶于水</a:t>
            </a:r>
            <a:endParaRPr kumimoji="0" lang="zh-CN" altLang="en-US"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220000"/>
              </a:lnSpc>
              <a:spcBef>
                <a:spcPts val="0"/>
              </a:spcBef>
              <a:spcAft>
                <a:spcPts val="0"/>
              </a:spcAft>
              <a:buClrTx/>
              <a:buSzTx/>
              <a:buFontTx/>
              <a:buNone/>
            </a:pPr>
            <a:r>
              <a:rPr kumimoji="0" lang="zh-CN" altLang="en-US" sz="2300" i="0">
                <a:solidFill>
                  <a:srgbClr val="404040"/>
                </a:solidFill>
                <a:uFillTx/>
                <a:latin typeface="Times New Roman" panose="02020603050405020304" pitchFamily="18" charset="0"/>
                <a:sym typeface="Arial" panose="020B0604020202090204"/>
              </a:rPr>
              <a:t>(1)不供给呼吸，不燃烧，通常不支持燃烧</a:t>
            </a:r>
            <a:endParaRPr kumimoji="0" lang="zh-CN" altLang="en-US"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110000"/>
              </a:lnSpc>
              <a:spcBef>
                <a:spcPts val="0"/>
              </a:spcBef>
              <a:spcAft>
                <a:spcPts val="0"/>
              </a:spcAft>
              <a:buClrTx/>
              <a:buSzTx/>
              <a:buFontTx/>
              <a:buNone/>
            </a:pPr>
            <a:r>
              <a:rPr kumimoji="0" lang="en-US" altLang="zh-CN" sz="2300" i="0">
                <a:solidFill>
                  <a:srgbClr val="404040"/>
                </a:solidFill>
                <a:uFillTx/>
                <a:latin typeface="Times New Roman" panose="02020603050405020304" pitchFamily="18" charset="0"/>
                <a:sym typeface="Arial" panose="020B0604020202090204"/>
              </a:rPr>
              <a:t>(2)</a:t>
            </a:r>
            <a:r>
              <a:rPr kumimoji="0" lang="zh-CN" altLang="en-US" sz="2300" i="0">
                <a:solidFill>
                  <a:srgbClr val="404040"/>
                </a:solidFill>
                <a:uFillTx/>
                <a:latin typeface="Times New Roman" panose="02020603050405020304" pitchFamily="18" charset="0"/>
                <a:sym typeface="Arial" panose="020B0604020202090204"/>
              </a:rPr>
              <a:t>参与植物的光合作用</a:t>
            </a:r>
            <a:endParaRPr kumimoji="0" lang="en-US" altLang="zh-CN"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110000"/>
              </a:lnSpc>
              <a:spcBef>
                <a:spcPts val="0"/>
              </a:spcBef>
              <a:spcAft>
                <a:spcPts val="0"/>
              </a:spcAft>
              <a:buClrTx/>
              <a:buSzTx/>
              <a:buFontTx/>
              <a:buNone/>
            </a:pPr>
            <a:r>
              <a:rPr kumimoji="0" lang="zh-CN" altLang="en-US" sz="2300" i="0">
                <a:solidFill>
                  <a:srgbClr val="404040"/>
                </a:solidFill>
                <a:uFillTx/>
                <a:latin typeface="Times New Roman" panose="02020603050405020304" pitchFamily="18" charset="0"/>
                <a:sym typeface="Arial" panose="020B0604020202090204"/>
              </a:rPr>
              <a:t>(</a:t>
            </a:r>
            <a:r>
              <a:rPr kumimoji="0" lang="en-US" altLang="zh-CN" sz="2300" i="0">
                <a:solidFill>
                  <a:srgbClr val="404040"/>
                </a:solidFill>
                <a:uFillTx/>
                <a:latin typeface="Times New Roman" panose="02020603050405020304" pitchFamily="18" charset="0"/>
                <a:sym typeface="Arial" panose="020B0604020202090204"/>
              </a:rPr>
              <a:t>3</a:t>
            </a:r>
            <a:r>
              <a:rPr kumimoji="0" lang="zh-CN" altLang="en-US" sz="2300" i="0">
                <a:solidFill>
                  <a:srgbClr val="404040"/>
                </a:solidFill>
                <a:uFillTx/>
                <a:latin typeface="Times New Roman" panose="02020603050405020304" pitchFamily="18" charset="0"/>
                <a:sym typeface="Arial" panose="020B0604020202090204"/>
              </a:rPr>
              <a:t>)与水反应：H</a:t>
            </a:r>
            <a:r>
              <a:rPr kumimoji="0" lang="zh-CN" altLang="en-US" sz="2300" i="0" baseline="-25000">
                <a:solidFill>
                  <a:srgbClr val="404040"/>
                </a:solidFill>
                <a:uFillTx/>
                <a:latin typeface="Times New Roman" panose="02020603050405020304" pitchFamily="18" charset="0"/>
                <a:sym typeface="Arial" panose="020B0604020202090204"/>
              </a:rPr>
              <a:t>2</a:t>
            </a:r>
            <a:r>
              <a:rPr kumimoji="0" lang="zh-CN" altLang="en-US" sz="2300" i="0">
                <a:solidFill>
                  <a:srgbClr val="404040"/>
                </a:solidFill>
                <a:uFillTx/>
                <a:latin typeface="Times New Roman" panose="02020603050405020304" pitchFamily="18" charset="0"/>
                <a:sym typeface="Arial" panose="020B0604020202090204"/>
              </a:rPr>
              <a:t>O+CO</a:t>
            </a:r>
            <a:r>
              <a:rPr kumimoji="0" lang="zh-CN" altLang="en-US" sz="2300" i="0" baseline="-25000">
                <a:solidFill>
                  <a:srgbClr val="404040"/>
                </a:solidFill>
                <a:uFillTx/>
                <a:latin typeface="Times New Roman" panose="02020603050405020304" pitchFamily="18" charset="0"/>
                <a:sym typeface="Arial" panose="020B0604020202090204"/>
              </a:rPr>
              <a:t>2</a:t>
            </a:r>
            <a:r>
              <a:rPr kumimoji="0" lang="zh-CN" altLang="en-US" sz="2300" i="0">
                <a:solidFill>
                  <a:srgbClr val="404040"/>
                </a:solidFill>
                <a:uFillTx/>
                <a:latin typeface="Times New Roman" panose="02020603050405020304" pitchFamily="18" charset="0"/>
                <a:sym typeface="Arial" panose="020B0604020202090204"/>
              </a:rPr>
              <a:t>=H</a:t>
            </a:r>
            <a:r>
              <a:rPr kumimoji="0" lang="zh-CN" altLang="en-US" sz="2300" i="0" baseline="-25000">
                <a:solidFill>
                  <a:srgbClr val="404040"/>
                </a:solidFill>
                <a:uFillTx/>
                <a:latin typeface="Times New Roman" panose="02020603050405020304" pitchFamily="18" charset="0"/>
                <a:sym typeface="Arial" panose="020B0604020202090204"/>
              </a:rPr>
              <a:t>2</a:t>
            </a:r>
            <a:r>
              <a:rPr kumimoji="0" lang="zh-CN" altLang="en-US" sz="2300" i="0">
                <a:solidFill>
                  <a:srgbClr val="404040"/>
                </a:solidFill>
                <a:uFillTx/>
                <a:latin typeface="Times New Roman" panose="02020603050405020304" pitchFamily="18" charset="0"/>
                <a:sym typeface="Arial" panose="020B0604020202090204"/>
              </a:rPr>
              <a:t>CO</a:t>
            </a:r>
            <a:r>
              <a:rPr kumimoji="0" lang="zh-CN" altLang="en-US" sz="2300" i="0" baseline="-25000">
                <a:solidFill>
                  <a:srgbClr val="404040"/>
                </a:solidFill>
                <a:uFillTx/>
                <a:latin typeface="Times New Roman" panose="02020603050405020304" pitchFamily="18" charset="0"/>
                <a:sym typeface="Arial" panose="020B0604020202090204"/>
              </a:rPr>
              <a:t>3</a:t>
            </a:r>
            <a:endParaRPr kumimoji="0" lang="zh-CN" altLang="en-US"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110000"/>
              </a:lnSpc>
              <a:spcBef>
                <a:spcPts val="0"/>
              </a:spcBef>
              <a:spcAft>
                <a:spcPts val="0"/>
              </a:spcAft>
              <a:buClrTx/>
              <a:buSzTx/>
              <a:buFontTx/>
              <a:buNone/>
            </a:pPr>
            <a:r>
              <a:rPr kumimoji="0" lang="zh-CN" altLang="en-US" sz="2300" i="0">
                <a:solidFill>
                  <a:srgbClr val="404040"/>
                </a:solidFill>
                <a:uFillTx/>
                <a:latin typeface="Times New Roman" panose="02020603050405020304" pitchFamily="18" charset="0"/>
                <a:sym typeface="Arial" panose="020B0604020202090204"/>
              </a:rPr>
              <a:t>(</a:t>
            </a:r>
            <a:r>
              <a:rPr kumimoji="0" lang="en-US" altLang="zh-CN" sz="2300" i="0">
                <a:solidFill>
                  <a:srgbClr val="404040"/>
                </a:solidFill>
                <a:uFillTx/>
                <a:latin typeface="Times New Roman" panose="02020603050405020304" pitchFamily="18" charset="0"/>
                <a:sym typeface="Arial" panose="020B0604020202090204"/>
              </a:rPr>
              <a:t>4</a:t>
            </a:r>
            <a:r>
              <a:rPr kumimoji="0" lang="zh-CN" altLang="en-US" sz="2300" i="0">
                <a:solidFill>
                  <a:srgbClr val="404040"/>
                </a:solidFill>
                <a:uFillTx/>
                <a:latin typeface="Times New Roman" panose="02020603050405020304" pitchFamily="18" charset="0"/>
                <a:sym typeface="Arial" panose="020B0604020202090204"/>
              </a:rPr>
              <a:t>)与碱溶液反应</a:t>
            </a:r>
            <a:endParaRPr kumimoji="0" lang="zh-CN" altLang="en-US"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110000"/>
              </a:lnSpc>
              <a:spcBef>
                <a:spcPts val="0"/>
              </a:spcBef>
              <a:spcAft>
                <a:spcPts val="0"/>
              </a:spcAft>
              <a:buClrTx/>
              <a:buSzTx/>
              <a:buFontTx/>
              <a:buNone/>
            </a:pPr>
            <a:r>
              <a:rPr kumimoji="0" lang="zh-CN" altLang="en-US" sz="2300" i="0">
                <a:solidFill>
                  <a:srgbClr val="404040"/>
                </a:solidFill>
                <a:uFillTx/>
                <a:latin typeface="Times New Roman" panose="02020603050405020304" pitchFamily="18" charset="0"/>
                <a:sym typeface="Arial" panose="020B0604020202090204"/>
              </a:rPr>
              <a:t>CO</a:t>
            </a:r>
            <a:r>
              <a:rPr kumimoji="0" lang="zh-CN" altLang="en-US" sz="2300" i="0" baseline="-25000">
                <a:solidFill>
                  <a:srgbClr val="404040"/>
                </a:solidFill>
                <a:uFillTx/>
                <a:latin typeface="Times New Roman" panose="02020603050405020304" pitchFamily="18" charset="0"/>
                <a:sym typeface="Arial" panose="020B0604020202090204"/>
              </a:rPr>
              <a:t>2</a:t>
            </a:r>
            <a:r>
              <a:rPr kumimoji="0" lang="zh-CN" altLang="en-US" sz="2300" i="0">
                <a:solidFill>
                  <a:srgbClr val="404040"/>
                </a:solidFill>
                <a:uFillTx/>
                <a:latin typeface="Times New Roman" panose="02020603050405020304" pitchFamily="18" charset="0"/>
                <a:sym typeface="Arial" panose="020B0604020202090204"/>
              </a:rPr>
              <a:t>+Ca(OH)</a:t>
            </a:r>
            <a:r>
              <a:rPr kumimoji="0" lang="zh-CN" altLang="en-US" sz="2300" i="0" baseline="-25000">
                <a:solidFill>
                  <a:srgbClr val="404040"/>
                </a:solidFill>
                <a:uFillTx/>
                <a:latin typeface="Times New Roman" panose="02020603050405020304" pitchFamily="18" charset="0"/>
                <a:sym typeface="Arial" panose="020B0604020202090204"/>
              </a:rPr>
              <a:t>2</a:t>
            </a:r>
            <a:r>
              <a:rPr kumimoji="0" lang="zh-CN" altLang="en-US" sz="2300" i="0">
                <a:solidFill>
                  <a:srgbClr val="404040"/>
                </a:solidFill>
                <a:uFillTx/>
                <a:latin typeface="Times New Roman" panose="02020603050405020304" pitchFamily="18" charset="0"/>
                <a:sym typeface="Arial" panose="020B0604020202090204"/>
              </a:rPr>
              <a:t>=CaCO</a:t>
            </a:r>
            <a:r>
              <a:rPr kumimoji="0" lang="zh-CN" altLang="en-US" sz="2300" i="0" baseline="-25000">
                <a:solidFill>
                  <a:srgbClr val="404040"/>
                </a:solidFill>
                <a:uFillTx/>
                <a:latin typeface="Times New Roman" panose="02020603050405020304" pitchFamily="18" charset="0"/>
                <a:sym typeface="Arial" panose="020B0604020202090204"/>
              </a:rPr>
              <a:t>3</a:t>
            </a:r>
            <a:r>
              <a:rPr kumimoji="0" lang="zh-CN" altLang="en-US" sz="2300" i="0">
                <a:solidFill>
                  <a:srgbClr val="404040"/>
                </a:solidFill>
                <a:uFillTx/>
                <a:latin typeface="宋体" panose="02010600030101010101" pitchFamily="2" charset="-122"/>
                <a:ea typeface="宋体" panose="02010600030101010101" pitchFamily="2" charset="-122"/>
                <a:sym typeface="Arial" panose="020B0604020202090204"/>
              </a:rPr>
              <a:t>↓</a:t>
            </a:r>
            <a:r>
              <a:rPr kumimoji="0" lang="zh-CN" altLang="en-US" sz="2300" i="0">
                <a:solidFill>
                  <a:srgbClr val="404040"/>
                </a:solidFill>
                <a:uFillTx/>
                <a:latin typeface="Times New Roman" panose="02020603050405020304" pitchFamily="18" charset="0"/>
                <a:sym typeface="Arial" panose="020B0604020202090204"/>
              </a:rPr>
              <a:t>+H</a:t>
            </a:r>
            <a:r>
              <a:rPr kumimoji="0" lang="zh-CN" altLang="en-US" sz="2300" i="0" baseline="-25000">
                <a:solidFill>
                  <a:srgbClr val="404040"/>
                </a:solidFill>
                <a:uFillTx/>
                <a:latin typeface="Times New Roman" panose="02020603050405020304" pitchFamily="18" charset="0"/>
                <a:sym typeface="Arial" panose="020B0604020202090204"/>
              </a:rPr>
              <a:t>2</a:t>
            </a:r>
            <a:r>
              <a:rPr kumimoji="0" lang="zh-CN" altLang="en-US" sz="2300" i="0">
                <a:solidFill>
                  <a:srgbClr val="404040"/>
                </a:solidFill>
                <a:uFillTx/>
                <a:latin typeface="Times New Roman" panose="02020603050405020304" pitchFamily="18" charset="0"/>
                <a:sym typeface="Arial" panose="020B0604020202090204"/>
              </a:rPr>
              <a:t>O</a:t>
            </a:r>
            <a:endParaRPr kumimoji="0" lang="zh-CN" altLang="en-US"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110000"/>
              </a:lnSpc>
              <a:spcBef>
                <a:spcPts val="0"/>
              </a:spcBef>
              <a:spcAft>
                <a:spcPts val="0"/>
              </a:spcAft>
              <a:buClrTx/>
              <a:buSzTx/>
              <a:buFontTx/>
              <a:buNone/>
            </a:pPr>
            <a:r>
              <a:rPr kumimoji="0" lang="zh-CN" altLang="en-US" sz="2300" i="0">
                <a:solidFill>
                  <a:srgbClr val="404040"/>
                </a:solidFill>
                <a:uFillTx/>
                <a:latin typeface="Times New Roman" panose="02020603050405020304" pitchFamily="18" charset="0"/>
                <a:sym typeface="Arial" panose="020B0604020202090204"/>
              </a:rPr>
              <a:t>2NaOH+CO</a:t>
            </a:r>
            <a:r>
              <a:rPr kumimoji="0" lang="zh-CN" altLang="en-US" sz="2300" i="0" baseline="-25000">
                <a:solidFill>
                  <a:srgbClr val="404040"/>
                </a:solidFill>
                <a:uFillTx/>
                <a:latin typeface="Times New Roman" panose="02020603050405020304" pitchFamily="18" charset="0"/>
                <a:sym typeface="Arial" panose="020B0604020202090204"/>
              </a:rPr>
              <a:t>2</a:t>
            </a:r>
            <a:r>
              <a:rPr kumimoji="0" lang="zh-CN" altLang="en-US" sz="2300" i="0">
                <a:solidFill>
                  <a:srgbClr val="404040"/>
                </a:solidFill>
                <a:uFillTx/>
                <a:latin typeface="Times New Roman" panose="02020603050405020304" pitchFamily="18" charset="0"/>
                <a:sym typeface="Arial" panose="020B0604020202090204"/>
              </a:rPr>
              <a:t>=Na</a:t>
            </a:r>
            <a:r>
              <a:rPr kumimoji="0" lang="zh-CN" altLang="en-US" sz="2300" i="0" baseline="-25000">
                <a:solidFill>
                  <a:srgbClr val="404040"/>
                </a:solidFill>
                <a:uFillTx/>
                <a:latin typeface="Times New Roman" panose="02020603050405020304" pitchFamily="18" charset="0"/>
                <a:sym typeface="Arial" panose="020B0604020202090204"/>
              </a:rPr>
              <a:t>2</a:t>
            </a:r>
            <a:r>
              <a:rPr kumimoji="0" lang="zh-CN" altLang="en-US" sz="2300" i="0">
                <a:solidFill>
                  <a:srgbClr val="404040"/>
                </a:solidFill>
                <a:uFillTx/>
                <a:latin typeface="Times New Roman" panose="02020603050405020304" pitchFamily="18" charset="0"/>
                <a:sym typeface="Arial" panose="020B0604020202090204"/>
              </a:rPr>
              <a:t>CO</a:t>
            </a:r>
            <a:r>
              <a:rPr kumimoji="0" lang="zh-CN" altLang="en-US" sz="2300" i="0" baseline="-25000">
                <a:solidFill>
                  <a:srgbClr val="404040"/>
                </a:solidFill>
                <a:uFillTx/>
                <a:latin typeface="Times New Roman" panose="02020603050405020304" pitchFamily="18" charset="0"/>
                <a:sym typeface="Arial" panose="020B0604020202090204"/>
              </a:rPr>
              <a:t>3</a:t>
            </a:r>
            <a:r>
              <a:rPr kumimoji="0" lang="zh-CN" altLang="en-US" sz="2300" i="0">
                <a:solidFill>
                  <a:srgbClr val="404040"/>
                </a:solidFill>
                <a:uFillTx/>
                <a:latin typeface="Times New Roman" panose="02020603050405020304" pitchFamily="18" charset="0"/>
                <a:sym typeface="Arial" panose="020B0604020202090204"/>
              </a:rPr>
              <a:t>+H</a:t>
            </a:r>
            <a:r>
              <a:rPr kumimoji="0" lang="zh-CN" altLang="en-US" sz="2300" i="0" baseline="-25000">
                <a:solidFill>
                  <a:srgbClr val="404040"/>
                </a:solidFill>
                <a:uFillTx/>
                <a:latin typeface="Times New Roman" panose="02020603050405020304" pitchFamily="18" charset="0"/>
                <a:sym typeface="Arial" panose="020B0604020202090204"/>
              </a:rPr>
              <a:t>2</a:t>
            </a:r>
            <a:r>
              <a:rPr kumimoji="0" lang="zh-CN" altLang="en-US" sz="2300" i="0">
                <a:solidFill>
                  <a:srgbClr val="404040"/>
                </a:solidFill>
                <a:uFillTx/>
                <a:latin typeface="Times New Roman" panose="02020603050405020304" pitchFamily="18" charset="0"/>
                <a:sym typeface="Arial" panose="020B0604020202090204"/>
              </a:rPr>
              <a:t>O</a:t>
            </a:r>
            <a:endParaRPr kumimoji="0" lang="zh-CN" altLang="en-US" sz="2300" i="0">
              <a:solidFill>
                <a:srgbClr val="404040"/>
              </a:solidFill>
              <a:uFillTx/>
              <a:latin typeface="Times New Roman" panose="02020603050405020304" pitchFamily="18" charset="0"/>
              <a:sym typeface="Arial" panose="020B0604020202090204"/>
            </a:endParaRPr>
          </a:p>
          <a:p>
            <a:pPr marL="0" marR="0" indent="0" algn="l" defTabSz="914400" rtl="0" fontAlgn="auto" latinLnBrk="1">
              <a:lnSpc>
                <a:spcPct val="110000"/>
              </a:lnSpc>
              <a:spcBef>
                <a:spcPts val="0"/>
              </a:spcBef>
              <a:spcAft>
                <a:spcPts val="0"/>
              </a:spcAft>
              <a:buClrTx/>
              <a:buSzTx/>
              <a:buFontTx/>
              <a:buNone/>
            </a:pPr>
            <a:r>
              <a:rPr kumimoji="0" lang="zh-CN" altLang="en-US" sz="2300" i="0">
                <a:solidFill>
                  <a:srgbClr val="404040"/>
                </a:solidFill>
                <a:uFillTx/>
                <a:latin typeface="Times New Roman" panose="02020603050405020304" pitchFamily="18" charset="0"/>
                <a:sym typeface="Arial" panose="020B0604020202090204"/>
              </a:rPr>
              <a:t>(</a:t>
            </a:r>
            <a:r>
              <a:rPr kumimoji="0" lang="en-US" altLang="zh-CN" sz="2300" i="0">
                <a:solidFill>
                  <a:srgbClr val="404040"/>
                </a:solidFill>
                <a:uFillTx/>
                <a:latin typeface="Times New Roman" panose="02020603050405020304" pitchFamily="18" charset="0"/>
                <a:sym typeface="Arial" panose="020B0604020202090204"/>
              </a:rPr>
              <a:t>5</a:t>
            </a:r>
            <a:r>
              <a:rPr kumimoji="0" lang="zh-CN" altLang="en-US" sz="2300" i="0">
                <a:solidFill>
                  <a:srgbClr val="404040"/>
                </a:solidFill>
                <a:uFillTx/>
                <a:latin typeface="Times New Roman" panose="02020603050405020304" pitchFamily="18" charset="0"/>
                <a:sym typeface="Arial" panose="020B0604020202090204"/>
              </a:rPr>
              <a:t>)高温下，与碳发生氧化还原反应</a:t>
            </a:r>
            <a:endParaRPr kumimoji="0" lang="zh-CN" altLang="en-US" sz="2300" i="0">
              <a:solidFill>
                <a:srgbClr val="404040"/>
              </a:solidFill>
              <a:uFillTx/>
              <a:latin typeface="Times New Roman" panose="02020603050405020304" pitchFamily="18" charset="0"/>
              <a:sym typeface="Arial" panose="020B0604020202090204"/>
            </a:endParaRPr>
          </a:p>
        </p:txBody>
      </p:sp>
      <p:sp>
        <p:nvSpPr>
          <p:cNvPr id="7" name="文本框 6"/>
          <p:cNvSpPr txBox="1"/>
          <p:nvPr/>
        </p:nvSpPr>
        <p:spPr>
          <a:xfrm>
            <a:off x="9686290" y="4672330"/>
            <a:ext cx="1462405" cy="798830"/>
          </a:xfrm>
          <a:prstGeom prst="rect">
            <a:avLst/>
          </a:prstGeom>
          <a:noFill/>
        </p:spPr>
        <p:txBody>
          <a:bodyPr wrap="none" rtlCol="0" anchor="t">
            <a:spAutoFit/>
          </a:bodyPr>
          <a:p>
            <a:r>
              <a:rPr lang="en-US" altLang="zh-CN" sz="2300">
                <a:solidFill>
                  <a:srgbClr val="0E0EE4"/>
                </a:solidFill>
                <a:uFillTx/>
                <a:latin typeface="Times New Roman" panose="02020603050405020304" pitchFamily="18" charset="0"/>
                <a:sym typeface="Arial" panose="020B0604020202090204"/>
              </a:rPr>
              <a:t>(</a:t>
            </a:r>
            <a:r>
              <a:rPr lang="zh-CN" altLang="en-US" sz="2300">
                <a:solidFill>
                  <a:srgbClr val="0E0EE4"/>
                </a:solidFill>
                <a:uFillTx/>
                <a:latin typeface="Times New Roman" panose="02020603050405020304" pitchFamily="18" charset="0"/>
                <a:sym typeface="Arial" panose="020B0604020202090204"/>
              </a:rPr>
              <a:t>鉴定CO</a:t>
            </a:r>
            <a:r>
              <a:rPr lang="zh-CN" altLang="en-US" sz="2300" baseline="-25000">
                <a:solidFill>
                  <a:srgbClr val="0E0EE4"/>
                </a:solidFill>
                <a:uFillTx/>
                <a:latin typeface="Times New Roman" panose="02020603050405020304" pitchFamily="18" charset="0"/>
                <a:sym typeface="Arial" panose="020B0604020202090204"/>
              </a:rPr>
              <a:t>2</a:t>
            </a:r>
            <a:r>
              <a:rPr lang="en-US" altLang="zh-CN" sz="2300">
                <a:solidFill>
                  <a:srgbClr val="0E0EE4"/>
                </a:solidFill>
                <a:uFillTx/>
                <a:latin typeface="Times New Roman" panose="02020603050405020304" pitchFamily="18" charset="0"/>
                <a:sym typeface="Arial" panose="020B0604020202090204"/>
              </a:rPr>
              <a:t>)</a:t>
            </a:r>
            <a:endParaRPr lang="zh-CN" altLang="en-US" sz="2300" baseline="-25000">
              <a:solidFill>
                <a:srgbClr val="0E0EE4"/>
              </a:solidFill>
              <a:uFillTx/>
              <a:latin typeface="Times New Roman" panose="02020603050405020304" pitchFamily="18" charset="0"/>
              <a:sym typeface="Arial" panose="020B0604020202090204"/>
            </a:endParaRPr>
          </a:p>
          <a:p>
            <a:r>
              <a:rPr lang="en-US" altLang="zh-CN" sz="2300">
                <a:solidFill>
                  <a:srgbClr val="0E0EE4"/>
                </a:solidFill>
                <a:uFillTx/>
                <a:latin typeface="Times New Roman" panose="02020603050405020304" pitchFamily="18" charset="0"/>
              </a:rPr>
              <a:t>(</a:t>
            </a:r>
            <a:r>
              <a:rPr lang="zh-CN" altLang="en-US" sz="2300">
                <a:solidFill>
                  <a:srgbClr val="0E0EE4"/>
                </a:solidFill>
                <a:uFillTx/>
                <a:latin typeface="Times New Roman" panose="02020603050405020304" pitchFamily="18" charset="0"/>
              </a:rPr>
              <a:t>吸收</a:t>
            </a:r>
            <a:r>
              <a:rPr lang="en-US" altLang="zh-CN" sz="2300">
                <a:solidFill>
                  <a:srgbClr val="0E0EE4"/>
                </a:solidFill>
                <a:uFillTx/>
                <a:latin typeface="Times New Roman" panose="02020603050405020304" pitchFamily="18" charset="0"/>
              </a:rPr>
              <a:t>CO</a:t>
            </a:r>
            <a:r>
              <a:rPr lang="en-US" altLang="zh-CN" sz="2300" baseline="-25000">
                <a:solidFill>
                  <a:srgbClr val="0E0EE4"/>
                </a:solidFill>
                <a:uFillTx/>
                <a:latin typeface="Times New Roman" panose="02020603050405020304" pitchFamily="18" charset="0"/>
              </a:rPr>
              <a:t>2</a:t>
            </a:r>
            <a:r>
              <a:rPr lang="en-US" altLang="zh-CN" sz="2300">
                <a:solidFill>
                  <a:srgbClr val="0E0EE4"/>
                </a:solidFill>
                <a:uFillTx/>
                <a:latin typeface="Times New Roman" panose="02020603050405020304" pitchFamily="18" charset="0"/>
              </a:rPr>
              <a:t>)</a:t>
            </a:r>
            <a:endParaRPr lang="en-US" altLang="zh-CN" sz="2300">
              <a:solidFill>
                <a:srgbClr val="0E0EE4"/>
              </a:solidFill>
              <a:uFillTx/>
              <a:latin typeface="Times New Roman" panose="02020603050405020304" pitchFamily="18" charset="0"/>
            </a:endParaRPr>
          </a:p>
        </p:txBody>
      </p:sp>
      <p:grpSp>
        <p:nvGrpSpPr>
          <p:cNvPr id="8" name="组合 7"/>
          <p:cNvGrpSpPr/>
          <p:nvPr/>
        </p:nvGrpSpPr>
        <p:grpSpPr>
          <a:xfrm>
            <a:off x="2128520" y="3537585"/>
            <a:ext cx="2709545" cy="622300"/>
            <a:chOff x="11417" y="4067"/>
            <a:chExt cx="4267" cy="980"/>
          </a:xfrm>
        </p:grpSpPr>
        <p:sp>
          <p:nvSpPr>
            <p:cNvPr id="9" name="文本框 8"/>
            <p:cNvSpPr txBox="1"/>
            <p:nvPr>
              <p:custDataLst>
                <p:tags r:id="rId4"/>
              </p:custDataLst>
            </p:nvPr>
          </p:nvSpPr>
          <p:spPr>
            <a:xfrm>
              <a:off x="11417" y="4313"/>
              <a:ext cx="4267" cy="734"/>
            </a:xfrm>
            <a:prstGeom prst="rect">
              <a:avLst/>
            </a:prstGeom>
            <a:noFill/>
            <a:ln w="9525">
              <a:noFill/>
            </a:ln>
          </p:spPr>
          <p:txBody>
            <a:bodyPr wrap="none" tIns="36195">
              <a:spAutoFit/>
            </a:bodyPr>
            <a:lstStyle>
              <a:lvl1pPr marL="342900" lvl="0" indent="-3429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3200" b="1" u="none" kern="1200" baseline="0">
                  <a:solidFill>
                    <a:schemeClr val="tx1"/>
                  </a:solidFill>
                  <a:latin typeface="Arial" panose="020B0604020202090204" pitchFamily="34" charset="0"/>
                  <a:ea typeface="宋体" panose="02010600030101010101" pitchFamily="2" charset="-122"/>
                </a:defRPr>
              </a:lvl1pPr>
              <a:lvl2pPr marL="742950" lvl="1" indent="-28575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800" b="1" u="none" kern="1200" baseline="0">
                  <a:solidFill>
                    <a:schemeClr val="tx1"/>
                  </a:solidFill>
                  <a:latin typeface="Arial" panose="020B0604020202090204" pitchFamily="34" charset="0"/>
                  <a:ea typeface="宋体" panose="02010600030101010101" pitchFamily="2" charset="-122"/>
                </a:defRPr>
              </a:lvl2pPr>
              <a:lvl3pPr marL="1143000" lvl="2"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400" b="1" u="none" kern="1200" baseline="0">
                  <a:solidFill>
                    <a:schemeClr val="tx1"/>
                  </a:solidFill>
                  <a:latin typeface="Arial" panose="020B0604020202090204" pitchFamily="34" charset="0"/>
                  <a:ea typeface="宋体" panose="02010600030101010101" pitchFamily="2" charset="-122"/>
                </a:defRPr>
              </a:lvl3pPr>
              <a:lvl4pPr marL="1600200" lvl="3"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000" b="1" u="none" kern="1200" baseline="0">
                  <a:solidFill>
                    <a:schemeClr val="tx1"/>
                  </a:solidFill>
                  <a:latin typeface="Arial" panose="020B0604020202090204" pitchFamily="34" charset="0"/>
                  <a:ea typeface="宋体" panose="02010600030101010101" pitchFamily="2" charset="-122"/>
                </a:defRPr>
              </a:lvl4pPr>
              <a:lvl5pPr marL="2057400" lvl="4" indent="-228600" algn="l" rtl="0" eaLnBrk="0" fontAlgn="base" latinLnBrk="0" hangingPunct="0">
                <a:lnSpc>
                  <a:spcPct val="100000"/>
                </a:lnSpc>
                <a:spcBef>
                  <a:spcPct val="20000"/>
                </a:spcBef>
                <a:spcAft>
                  <a:spcPct val="0"/>
                </a:spcAft>
                <a:buSzPct val="100000"/>
                <a:buFontTx/>
                <a:buChar char="»"/>
                <a:defRPr sz="2000" b="1" u="none" kern="1200" baseline="0">
                  <a:solidFill>
                    <a:schemeClr val="tx1"/>
                  </a:solidFill>
                  <a:latin typeface="Arial" panose="020B0604020202090204" pitchFamily="34" charset="0"/>
                  <a:ea typeface="宋体" panose="02010600030101010101" pitchFamily="2" charset="-122"/>
                </a:defRPr>
              </a:lvl5pPr>
            </a:lstStyle>
            <a:p>
              <a:pPr marL="0" lvl="0" indent="0" algn="l" eaLnBrk="1" latinLnBrk="0" hangingPunct="1">
                <a:spcBef>
                  <a:spcPct val="0"/>
                </a:spcBef>
                <a:buNone/>
              </a:pPr>
              <a:r>
                <a:rPr 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2CO</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O</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         </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2CO</a:t>
              </a:r>
              <a:r>
                <a:rPr lang="en-US" altLang="zh-CN"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a:t>
              </a:r>
              <a:endPar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endParaRPr>
            </a:p>
          </p:txBody>
        </p:sp>
        <p:grpSp>
          <p:nvGrpSpPr>
            <p:cNvPr id="10" name="组合 9"/>
            <p:cNvGrpSpPr/>
            <p:nvPr/>
          </p:nvGrpSpPr>
          <p:grpSpPr>
            <a:xfrm rot="0">
              <a:off x="13305" y="4067"/>
              <a:ext cx="1092" cy="628"/>
              <a:chOff x="15933" y="5529"/>
              <a:chExt cx="891" cy="628"/>
            </a:xfrm>
          </p:grpSpPr>
          <p:grpSp>
            <p:nvGrpSpPr>
              <p:cNvPr id="11" name="组合 10"/>
              <p:cNvGrpSpPr/>
              <p:nvPr/>
            </p:nvGrpSpPr>
            <p:grpSpPr>
              <a:xfrm>
                <a:off x="15933" y="5529"/>
                <a:ext cx="891" cy="628"/>
                <a:chOff x="6700871" y="5089833"/>
                <a:chExt cx="565821" cy="398771"/>
              </a:xfrm>
            </p:grpSpPr>
            <p:sp>
              <p:nvSpPr>
                <p:cNvPr id="15" name="矩形 14"/>
                <p:cNvSpPr/>
                <p:nvPr>
                  <p:custDataLst>
                    <p:tags r:id="rId5"/>
                  </p:custDataLst>
                </p:nvPr>
              </p:nvSpPr>
              <p:spPr>
                <a:xfrm>
                  <a:off x="6700871" y="5089833"/>
                  <a:ext cx="565821" cy="398771"/>
                </a:xfrm>
                <a:prstGeom prst="rect">
                  <a:avLst/>
                </a:prstGeom>
              </p:spPr>
              <p:txBody>
                <a:bodyPr wrap="none">
                  <a:spAutoFit/>
                </a:bodyPr>
                <a:p>
                  <a:pPr lvl="0" algn="l"/>
                  <a:r>
                    <a:rPr lang="zh-CN" sz="2000" b="1" kern="100" dirty="0" smtClean="0">
                      <a:ln>
                        <a:noFill/>
                      </a:ln>
                      <a:solidFill>
                        <a:schemeClr val="tx1">
                          <a:lumMod val="75000"/>
                          <a:lumOff val="25000"/>
                        </a:schemeClr>
                      </a:solidFill>
                      <a:latin typeface="楷体" panose="02010609060101010101" charset="-122"/>
                      <a:ea typeface="楷体" panose="02010609060101010101" charset="-122"/>
                    </a:rPr>
                    <a:t>点燃</a:t>
                  </a:r>
                  <a:endParaRPr lang="zh-CN" sz="2000" b="1" kern="100" dirty="0" smtClean="0">
                    <a:ln>
                      <a:noFill/>
                    </a:ln>
                    <a:solidFill>
                      <a:schemeClr val="tx1">
                        <a:lumMod val="75000"/>
                        <a:lumOff val="25000"/>
                      </a:schemeClr>
                    </a:solidFill>
                    <a:latin typeface="楷体" panose="02010609060101010101" charset="-122"/>
                    <a:ea typeface="楷体" panose="02010609060101010101" charset="-122"/>
                  </a:endParaRPr>
                </a:p>
              </p:txBody>
            </p:sp>
            <p:cxnSp>
              <p:nvCxnSpPr>
                <p:cNvPr id="17" name="直接箭头连接符 16"/>
                <p:cNvCxnSpPr/>
                <p:nvPr>
                  <p:custDataLst>
                    <p:tags r:id="rId6"/>
                  </p:custDataLst>
                </p:nvPr>
              </p:nvCxnSpPr>
              <p:spPr>
                <a:xfrm flipV="1">
                  <a:off x="6728185" y="5418161"/>
                  <a:ext cx="499383" cy="4555"/>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18" name="直接箭头连接符 17"/>
              <p:cNvCxnSpPr/>
              <p:nvPr>
                <p:custDataLst>
                  <p:tags r:id="rId7"/>
                </p:custDataLst>
              </p:nvPr>
            </p:nvCxnSpPr>
            <p:spPr>
              <a:xfrm flipV="1">
                <a:off x="15984" y="6100"/>
                <a:ext cx="786" cy="7"/>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grpSp>
        <p:nvGrpSpPr>
          <p:cNvPr id="13" name="组合 12"/>
          <p:cNvGrpSpPr/>
          <p:nvPr/>
        </p:nvGrpSpPr>
        <p:grpSpPr>
          <a:xfrm>
            <a:off x="2128520" y="4568825"/>
            <a:ext cx="2840355" cy="507365"/>
            <a:chOff x="3040" y="7555"/>
            <a:chExt cx="4473" cy="799"/>
          </a:xfrm>
        </p:grpSpPr>
        <p:sp>
          <p:nvSpPr>
            <p:cNvPr id="27" name="文本框 26"/>
            <p:cNvSpPr txBox="1"/>
            <p:nvPr>
              <p:custDataLst>
                <p:tags r:id="rId8"/>
              </p:custDataLst>
            </p:nvPr>
          </p:nvSpPr>
          <p:spPr>
            <a:xfrm>
              <a:off x="3040" y="7620"/>
              <a:ext cx="4473" cy="734"/>
            </a:xfrm>
            <a:prstGeom prst="rect">
              <a:avLst/>
            </a:prstGeom>
            <a:noFill/>
            <a:ln w="9525">
              <a:noFill/>
            </a:ln>
          </p:spPr>
          <p:txBody>
            <a:bodyPr wrap="none" tIns="36195">
              <a:spAutoFit/>
            </a:bodyPr>
            <a:lstStyle>
              <a:lvl1pPr marL="342900" lvl="0" indent="-3429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3200" b="1" u="none" kern="1200" baseline="0">
                  <a:solidFill>
                    <a:schemeClr val="tx1"/>
                  </a:solidFill>
                  <a:latin typeface="Arial" panose="020B0604020202090204" pitchFamily="34" charset="0"/>
                  <a:ea typeface="宋体" panose="02010600030101010101" pitchFamily="2" charset="-122"/>
                </a:defRPr>
              </a:lvl1pPr>
              <a:lvl2pPr marL="742950" lvl="1" indent="-28575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800" b="1" u="none" kern="1200" baseline="0">
                  <a:solidFill>
                    <a:schemeClr val="tx1"/>
                  </a:solidFill>
                  <a:latin typeface="Arial" panose="020B0604020202090204" pitchFamily="34" charset="0"/>
                  <a:ea typeface="宋体" panose="02010600030101010101" pitchFamily="2" charset="-122"/>
                </a:defRPr>
              </a:lvl2pPr>
              <a:lvl3pPr marL="1143000" lvl="2"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400" b="1" u="none" kern="1200" baseline="0">
                  <a:solidFill>
                    <a:schemeClr val="tx1"/>
                  </a:solidFill>
                  <a:latin typeface="Arial" panose="020B0604020202090204" pitchFamily="34" charset="0"/>
                  <a:ea typeface="宋体" panose="02010600030101010101" pitchFamily="2" charset="-122"/>
                </a:defRPr>
              </a:lvl3pPr>
              <a:lvl4pPr marL="1600200" lvl="3"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000" b="1" u="none" kern="1200" baseline="0">
                  <a:solidFill>
                    <a:schemeClr val="tx1"/>
                  </a:solidFill>
                  <a:latin typeface="Arial" panose="020B0604020202090204" pitchFamily="34" charset="0"/>
                  <a:ea typeface="宋体" panose="02010600030101010101" pitchFamily="2" charset="-122"/>
                </a:defRPr>
              </a:lvl4pPr>
              <a:lvl5pPr marL="2057400" lvl="4" indent="-228600" algn="l" rtl="0" eaLnBrk="0" fontAlgn="base" latinLnBrk="0" hangingPunct="0">
                <a:lnSpc>
                  <a:spcPct val="100000"/>
                </a:lnSpc>
                <a:spcBef>
                  <a:spcPct val="20000"/>
                </a:spcBef>
                <a:spcAft>
                  <a:spcPct val="0"/>
                </a:spcAft>
                <a:buSzPct val="100000"/>
                <a:buFontTx/>
                <a:buChar char="»"/>
                <a:defRPr sz="2000" b="1" u="none" kern="1200" baseline="0">
                  <a:solidFill>
                    <a:schemeClr val="tx1"/>
                  </a:solidFill>
                  <a:latin typeface="Arial" panose="020B0604020202090204" pitchFamily="34" charset="0"/>
                  <a:ea typeface="宋体" panose="02010600030101010101" pitchFamily="2" charset="-122"/>
                </a:defRPr>
              </a:lvl5pPr>
            </a:lstStyle>
            <a:p>
              <a:pPr marL="0" lvl="0" indent="0" algn="l" eaLnBrk="1" latinLnBrk="0" hangingPunct="1">
                <a:spcBef>
                  <a:spcPct val="0"/>
                </a:spcBef>
                <a:buNone/>
              </a:pPr>
              <a:r>
                <a:rPr 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CO</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+Cu</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O</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=Cu+CO</a:t>
              </a:r>
              <a:r>
                <a:rPr lang="en-US" altLang="zh-CN"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a:t>
              </a:r>
              <a:endParaRPr lang="en-US" altLang="zh-CN" sz="2500" baseline="-25000">
                <a:ln>
                  <a:noFill/>
                </a:ln>
                <a:solidFill>
                  <a:schemeClr val="tx1">
                    <a:lumMod val="75000"/>
                    <a:lumOff val="25000"/>
                  </a:schemeClr>
                </a:solidFill>
                <a:uFillTx/>
                <a:latin typeface="微软雅黑" panose="020B0503020204020204" pitchFamily="34" charset="-122"/>
                <a:ea typeface="微软雅黑" panose="020B0503020204020204" pitchFamily="34" charset="-122"/>
                <a:cs typeface="楷体" panose="02010609060101010101" charset="-122"/>
              </a:endParaRPr>
            </a:p>
          </p:txBody>
        </p:sp>
        <p:sp>
          <p:nvSpPr>
            <p:cNvPr id="12" name="文本框 11"/>
            <p:cNvSpPr txBox="1"/>
            <p:nvPr/>
          </p:nvSpPr>
          <p:spPr>
            <a:xfrm>
              <a:off x="5141" y="7555"/>
              <a:ext cx="479" cy="370"/>
            </a:xfrm>
            <a:prstGeom prst="rect">
              <a:avLst/>
            </a:prstGeom>
            <a:noFill/>
          </p:spPr>
          <p:txBody>
            <a:bodyPr wrap="none" rtlCol="0" anchor="t">
              <a:spAutoFit/>
            </a:bodyPr>
            <a:p>
              <a:pPr marL="0" lvl="0" indent="0" algn="l" eaLnBrk="1" latinLnBrk="0" hangingPunct="1">
                <a:lnSpc>
                  <a:spcPct val="60000"/>
                </a:lnSpc>
                <a:spcBef>
                  <a:spcPts val="0"/>
                </a:spcBef>
                <a:spcAft>
                  <a:spcPts val="0"/>
                </a:spcAft>
                <a:buNone/>
              </a:pPr>
              <a:r>
                <a:rPr lang="en-US" altLang="zh-CN" sz="2400" b="1" baseline="-25000">
                  <a:ln>
                    <a:noFill/>
                  </a:ln>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2400" b="1">
                <a:latin typeface="Times New Roman" panose="02020603050405020304" pitchFamily="18" charset="0"/>
                <a:cs typeface="Times New Roman" panose="02020603050405020304" pitchFamily="18" charset="0"/>
              </a:endParaRPr>
            </a:p>
          </p:txBody>
        </p:sp>
      </p:grpSp>
      <p:grpSp>
        <p:nvGrpSpPr>
          <p:cNvPr id="19" name="组合 18"/>
          <p:cNvGrpSpPr/>
          <p:nvPr/>
        </p:nvGrpSpPr>
        <p:grpSpPr>
          <a:xfrm>
            <a:off x="5972810" y="5796280"/>
            <a:ext cx="2480945" cy="607060"/>
            <a:chOff x="11585" y="4067"/>
            <a:chExt cx="3907" cy="956"/>
          </a:xfrm>
        </p:grpSpPr>
        <p:sp>
          <p:nvSpPr>
            <p:cNvPr id="20" name="文本框 19"/>
            <p:cNvSpPr txBox="1"/>
            <p:nvPr>
              <p:custDataLst>
                <p:tags r:id="rId9"/>
              </p:custDataLst>
            </p:nvPr>
          </p:nvSpPr>
          <p:spPr>
            <a:xfrm>
              <a:off x="11585" y="4289"/>
              <a:ext cx="3907" cy="734"/>
            </a:xfrm>
            <a:prstGeom prst="rect">
              <a:avLst/>
            </a:prstGeom>
            <a:noFill/>
            <a:ln w="9525">
              <a:noFill/>
            </a:ln>
          </p:spPr>
          <p:txBody>
            <a:bodyPr wrap="none" tIns="36195">
              <a:spAutoFit/>
            </a:bodyPr>
            <a:lstStyle>
              <a:lvl1pPr marL="342900" lvl="0" indent="-3429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3200" b="1" u="none" kern="1200" baseline="0">
                  <a:solidFill>
                    <a:schemeClr val="tx1"/>
                  </a:solidFill>
                  <a:latin typeface="Arial" panose="020B0604020202090204" pitchFamily="34" charset="0"/>
                  <a:ea typeface="宋体" panose="02010600030101010101" pitchFamily="2" charset="-122"/>
                </a:defRPr>
              </a:lvl1pPr>
              <a:lvl2pPr marL="742950" lvl="1" indent="-28575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800" b="1" u="none" kern="1200" baseline="0">
                  <a:solidFill>
                    <a:schemeClr val="tx1"/>
                  </a:solidFill>
                  <a:latin typeface="Arial" panose="020B0604020202090204" pitchFamily="34" charset="0"/>
                  <a:ea typeface="宋体" panose="02010600030101010101" pitchFamily="2" charset="-122"/>
                </a:defRPr>
              </a:lvl2pPr>
              <a:lvl3pPr marL="1143000" lvl="2"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400" b="1" u="none" kern="1200" baseline="0">
                  <a:solidFill>
                    <a:schemeClr val="tx1"/>
                  </a:solidFill>
                  <a:latin typeface="Arial" panose="020B0604020202090204" pitchFamily="34" charset="0"/>
                  <a:ea typeface="宋体" panose="02010600030101010101" pitchFamily="2" charset="-122"/>
                </a:defRPr>
              </a:lvl3pPr>
              <a:lvl4pPr marL="1600200" lvl="3"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000" b="1" u="none" kern="1200" baseline="0">
                  <a:solidFill>
                    <a:schemeClr val="tx1"/>
                  </a:solidFill>
                  <a:latin typeface="Arial" panose="020B0604020202090204" pitchFamily="34" charset="0"/>
                  <a:ea typeface="宋体" panose="02010600030101010101" pitchFamily="2" charset="-122"/>
                </a:defRPr>
              </a:lvl4pPr>
              <a:lvl5pPr marL="2057400" lvl="4" indent="-228600" algn="l" rtl="0" eaLnBrk="0" fontAlgn="base" latinLnBrk="0" hangingPunct="0">
                <a:lnSpc>
                  <a:spcPct val="100000"/>
                </a:lnSpc>
                <a:spcBef>
                  <a:spcPct val="20000"/>
                </a:spcBef>
                <a:spcAft>
                  <a:spcPct val="0"/>
                </a:spcAft>
                <a:buSzPct val="100000"/>
                <a:buFontTx/>
                <a:buChar char="»"/>
                <a:defRPr sz="2000" b="1" u="none" kern="1200" baseline="0">
                  <a:solidFill>
                    <a:schemeClr val="tx1"/>
                  </a:solidFill>
                  <a:latin typeface="Arial" panose="020B0604020202090204" pitchFamily="34" charset="0"/>
                  <a:ea typeface="宋体" panose="02010600030101010101" pitchFamily="2" charset="-122"/>
                </a:defRPr>
              </a:lvl5pPr>
            </a:lstStyle>
            <a:p>
              <a:pPr marL="0" lvl="0" indent="0" algn="l" eaLnBrk="1" latinLnBrk="0" hangingPunct="1">
                <a:spcBef>
                  <a:spcPct val="0"/>
                </a:spcBef>
                <a:buNone/>
              </a:pPr>
              <a:r>
                <a:rPr 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O</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         </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CO</a:t>
              </a:r>
              <a:endPar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endParaRPr>
            </a:p>
          </p:txBody>
        </p:sp>
        <p:grpSp>
          <p:nvGrpSpPr>
            <p:cNvPr id="21" name="组合 20"/>
            <p:cNvGrpSpPr/>
            <p:nvPr/>
          </p:nvGrpSpPr>
          <p:grpSpPr>
            <a:xfrm rot="0">
              <a:off x="13305" y="4067"/>
              <a:ext cx="1092" cy="628"/>
              <a:chOff x="15933" y="5529"/>
              <a:chExt cx="891" cy="628"/>
            </a:xfrm>
          </p:grpSpPr>
          <p:grpSp>
            <p:nvGrpSpPr>
              <p:cNvPr id="22" name="组合 21"/>
              <p:cNvGrpSpPr/>
              <p:nvPr/>
            </p:nvGrpSpPr>
            <p:grpSpPr>
              <a:xfrm>
                <a:off x="15933" y="5529"/>
                <a:ext cx="891" cy="628"/>
                <a:chOff x="6700871" y="5089833"/>
                <a:chExt cx="565821" cy="398771"/>
              </a:xfrm>
            </p:grpSpPr>
            <p:sp>
              <p:nvSpPr>
                <p:cNvPr id="23" name="矩形 22"/>
                <p:cNvSpPr/>
                <p:nvPr>
                  <p:custDataLst>
                    <p:tags r:id="rId10"/>
                  </p:custDataLst>
                </p:nvPr>
              </p:nvSpPr>
              <p:spPr>
                <a:xfrm>
                  <a:off x="6700871" y="5089833"/>
                  <a:ext cx="565821" cy="398771"/>
                </a:xfrm>
                <a:prstGeom prst="rect">
                  <a:avLst/>
                </a:prstGeom>
              </p:spPr>
              <p:txBody>
                <a:bodyPr wrap="none">
                  <a:spAutoFit/>
                </a:bodyPr>
                <a:p>
                  <a:pPr lvl="0" algn="l"/>
                  <a:r>
                    <a:rPr lang="zh-CN" sz="2000" b="1" kern="100" dirty="0" smtClean="0">
                      <a:ln>
                        <a:noFill/>
                      </a:ln>
                      <a:solidFill>
                        <a:schemeClr val="tx1">
                          <a:lumMod val="75000"/>
                          <a:lumOff val="25000"/>
                        </a:schemeClr>
                      </a:solidFill>
                      <a:latin typeface="楷体" panose="02010609060101010101" charset="-122"/>
                      <a:ea typeface="楷体" panose="02010609060101010101" charset="-122"/>
                    </a:rPr>
                    <a:t>高温</a:t>
                  </a:r>
                  <a:endParaRPr lang="zh-CN" sz="2000" b="1" kern="100" dirty="0" smtClean="0">
                    <a:ln>
                      <a:noFill/>
                    </a:ln>
                    <a:solidFill>
                      <a:schemeClr val="tx1">
                        <a:lumMod val="75000"/>
                        <a:lumOff val="25000"/>
                      </a:schemeClr>
                    </a:solidFill>
                    <a:latin typeface="楷体" panose="02010609060101010101" charset="-122"/>
                    <a:ea typeface="楷体" panose="02010609060101010101" charset="-122"/>
                  </a:endParaRPr>
                </a:p>
              </p:txBody>
            </p:sp>
            <p:cxnSp>
              <p:nvCxnSpPr>
                <p:cNvPr id="24" name="直接箭头连接符 23"/>
                <p:cNvCxnSpPr/>
                <p:nvPr>
                  <p:custDataLst>
                    <p:tags r:id="rId11"/>
                  </p:custDataLst>
                </p:nvPr>
              </p:nvCxnSpPr>
              <p:spPr>
                <a:xfrm flipV="1">
                  <a:off x="6728185" y="5418161"/>
                  <a:ext cx="499383" cy="4555"/>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25" name="直接箭头连接符 24"/>
              <p:cNvCxnSpPr/>
              <p:nvPr>
                <p:custDataLst>
                  <p:tags r:id="rId12"/>
                </p:custDataLst>
              </p:nvPr>
            </p:nvCxnSpPr>
            <p:spPr>
              <a:xfrm flipV="1">
                <a:off x="15984" y="6100"/>
                <a:ext cx="786" cy="7"/>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grpSp>
        <p:nvGrpSpPr>
          <p:cNvPr id="26" name="组合 25"/>
          <p:cNvGrpSpPr/>
          <p:nvPr/>
        </p:nvGrpSpPr>
        <p:grpSpPr>
          <a:xfrm>
            <a:off x="2128520" y="5079365"/>
            <a:ext cx="3835400" cy="607060"/>
            <a:chOff x="10673" y="4067"/>
            <a:chExt cx="6040" cy="956"/>
          </a:xfrm>
        </p:grpSpPr>
        <p:sp>
          <p:nvSpPr>
            <p:cNvPr id="16" name="文本框 15"/>
            <p:cNvSpPr txBox="1"/>
            <p:nvPr>
              <p:custDataLst>
                <p:tags r:id="rId13"/>
              </p:custDataLst>
            </p:nvPr>
          </p:nvSpPr>
          <p:spPr>
            <a:xfrm>
              <a:off x="10673" y="4289"/>
              <a:ext cx="6040" cy="734"/>
            </a:xfrm>
            <a:prstGeom prst="rect">
              <a:avLst/>
            </a:prstGeom>
            <a:noFill/>
            <a:ln w="9525">
              <a:noFill/>
            </a:ln>
          </p:spPr>
          <p:txBody>
            <a:bodyPr wrap="none" tIns="36195">
              <a:spAutoFit/>
            </a:bodyPr>
            <a:lstStyle>
              <a:lvl1pPr marL="342900" lvl="0" indent="-3429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3200" b="1" u="none" kern="1200" baseline="0">
                  <a:solidFill>
                    <a:schemeClr val="tx1"/>
                  </a:solidFill>
                  <a:latin typeface="Arial" panose="020B0604020202090204" pitchFamily="34" charset="0"/>
                  <a:ea typeface="宋体" panose="02010600030101010101" pitchFamily="2" charset="-122"/>
                </a:defRPr>
              </a:lvl1pPr>
              <a:lvl2pPr marL="742950" lvl="1" indent="-28575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800" b="1" u="none" kern="1200" baseline="0">
                  <a:solidFill>
                    <a:schemeClr val="tx1"/>
                  </a:solidFill>
                  <a:latin typeface="Arial" panose="020B0604020202090204" pitchFamily="34" charset="0"/>
                  <a:ea typeface="宋体" panose="02010600030101010101" pitchFamily="2" charset="-122"/>
                </a:defRPr>
              </a:lvl2pPr>
              <a:lvl3pPr marL="1143000" lvl="2"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400" b="1" u="none" kern="1200" baseline="0">
                  <a:solidFill>
                    <a:schemeClr val="tx1"/>
                  </a:solidFill>
                  <a:latin typeface="Arial" panose="020B0604020202090204" pitchFamily="34" charset="0"/>
                  <a:ea typeface="宋体" panose="02010600030101010101" pitchFamily="2" charset="-122"/>
                </a:defRPr>
              </a:lvl3pPr>
              <a:lvl4pPr marL="1600200" lvl="3"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000" b="1" u="none" kern="1200" baseline="0">
                  <a:solidFill>
                    <a:schemeClr val="tx1"/>
                  </a:solidFill>
                  <a:latin typeface="Arial" panose="020B0604020202090204" pitchFamily="34" charset="0"/>
                  <a:ea typeface="宋体" panose="02010600030101010101" pitchFamily="2" charset="-122"/>
                </a:defRPr>
              </a:lvl4pPr>
              <a:lvl5pPr marL="2057400" lvl="4" indent="-228600" algn="l" rtl="0" eaLnBrk="0" fontAlgn="base" latinLnBrk="0" hangingPunct="0">
                <a:lnSpc>
                  <a:spcPct val="100000"/>
                </a:lnSpc>
                <a:spcBef>
                  <a:spcPct val="20000"/>
                </a:spcBef>
                <a:spcAft>
                  <a:spcPct val="0"/>
                </a:spcAft>
                <a:buSzPct val="100000"/>
                <a:buFontTx/>
                <a:buChar char="»"/>
                <a:defRPr sz="2000" b="1" u="none" kern="1200" baseline="0">
                  <a:solidFill>
                    <a:schemeClr val="tx1"/>
                  </a:solidFill>
                  <a:latin typeface="Arial" panose="020B0604020202090204" pitchFamily="34" charset="0"/>
                  <a:ea typeface="宋体" panose="02010600030101010101" pitchFamily="2" charset="-122"/>
                </a:defRPr>
              </a:lvl5pPr>
            </a:lstStyle>
            <a:p>
              <a:pPr marL="0" lvl="0" indent="0" algn="l" eaLnBrk="1" latinLnBrk="0" hangingPunct="1">
                <a:spcBef>
                  <a:spcPct val="0"/>
                </a:spcBef>
                <a:buNone/>
              </a:pPr>
              <a:r>
                <a:rPr sz="2500">
                  <a:solidFill>
                    <a:schemeClr val="tx1">
                      <a:lumMod val="75000"/>
                      <a:lumOff val="25000"/>
                    </a:schemeClr>
                  </a:solidFill>
                  <a:uFillTx/>
                  <a:latin typeface="Times New Roman" panose="02020603050405020304" pitchFamily="18" charset="0"/>
                  <a:cs typeface="Times New Roman" panose="02020603050405020304" pitchFamily="18" charset="0"/>
                </a:rPr>
                <a:t>Fe</a:t>
              </a:r>
              <a:r>
                <a:rPr sz="2500" baseline="-25000">
                  <a:solidFill>
                    <a:schemeClr val="tx1">
                      <a:lumMod val="75000"/>
                      <a:lumOff val="25000"/>
                    </a:schemeClr>
                  </a:solidFill>
                  <a:uFillTx/>
                  <a:latin typeface="Times New Roman" panose="02020603050405020304" pitchFamily="18" charset="0"/>
                  <a:cs typeface="Times New Roman" panose="02020603050405020304" pitchFamily="18" charset="0"/>
                </a:rPr>
                <a:t>2</a:t>
              </a:r>
              <a:r>
                <a:rPr sz="2500">
                  <a:solidFill>
                    <a:schemeClr val="tx1">
                      <a:lumMod val="75000"/>
                      <a:lumOff val="25000"/>
                    </a:schemeClr>
                  </a:solidFill>
                  <a:uFillTx/>
                  <a:latin typeface="Times New Roman" panose="02020603050405020304" pitchFamily="18" charset="0"/>
                  <a:cs typeface="Times New Roman" panose="02020603050405020304" pitchFamily="18" charset="0"/>
                </a:rPr>
                <a:t>O</a:t>
              </a:r>
              <a:r>
                <a:rPr sz="2500" baseline="-25000">
                  <a:solidFill>
                    <a:schemeClr val="tx1">
                      <a:lumMod val="75000"/>
                      <a:lumOff val="25000"/>
                    </a:schemeClr>
                  </a:solidFill>
                  <a:uFillTx/>
                  <a:latin typeface="Times New Roman" panose="02020603050405020304" pitchFamily="18" charset="0"/>
                  <a:cs typeface="Times New Roman" panose="02020603050405020304" pitchFamily="18" charset="0"/>
                </a:rPr>
                <a:t>3</a:t>
              </a:r>
              <a:r>
                <a:rPr sz="2500">
                  <a:solidFill>
                    <a:schemeClr val="tx1">
                      <a:lumMod val="75000"/>
                      <a:lumOff val="25000"/>
                    </a:schemeClr>
                  </a:solidFill>
                  <a:uFillTx/>
                  <a:latin typeface="Times New Roman" panose="02020603050405020304" pitchFamily="18" charset="0"/>
                  <a:cs typeface="Times New Roman" panose="02020603050405020304" pitchFamily="18" charset="0"/>
                </a:rPr>
                <a:t>+3CO        2Fe+3CO</a:t>
              </a:r>
              <a:r>
                <a:rPr sz="2500" baseline="-25000">
                  <a:solidFill>
                    <a:schemeClr val="tx1">
                      <a:lumMod val="75000"/>
                      <a:lumOff val="25000"/>
                    </a:schemeClr>
                  </a:solidFill>
                  <a:uFillTx/>
                  <a:latin typeface="Times New Roman" panose="02020603050405020304" pitchFamily="18" charset="0"/>
                  <a:cs typeface="Times New Roman" panose="02020603050405020304" pitchFamily="18" charset="0"/>
                </a:rPr>
                <a:t>2</a:t>
              </a:r>
              <a:endParaRPr sz="2500" baseline="-25000">
                <a:solidFill>
                  <a:schemeClr val="tx1">
                    <a:lumMod val="75000"/>
                    <a:lumOff val="25000"/>
                  </a:schemeClr>
                </a:solidFill>
                <a:uFillTx/>
                <a:latin typeface="Times New Roman" panose="02020603050405020304" pitchFamily="18" charset="0"/>
                <a:cs typeface="Times New Roman" panose="02020603050405020304" pitchFamily="18" charset="0"/>
              </a:endParaRPr>
            </a:p>
          </p:txBody>
        </p:sp>
        <p:grpSp>
          <p:nvGrpSpPr>
            <p:cNvPr id="28" name="组合 27"/>
            <p:cNvGrpSpPr/>
            <p:nvPr/>
          </p:nvGrpSpPr>
          <p:grpSpPr>
            <a:xfrm rot="0">
              <a:off x="13305" y="4067"/>
              <a:ext cx="1092" cy="628"/>
              <a:chOff x="15933" y="5529"/>
              <a:chExt cx="891" cy="628"/>
            </a:xfrm>
          </p:grpSpPr>
          <p:grpSp>
            <p:nvGrpSpPr>
              <p:cNvPr id="29" name="组合 28"/>
              <p:cNvGrpSpPr/>
              <p:nvPr/>
            </p:nvGrpSpPr>
            <p:grpSpPr>
              <a:xfrm>
                <a:off x="15933" y="5529"/>
                <a:ext cx="891" cy="628"/>
                <a:chOff x="6700871" y="5089833"/>
                <a:chExt cx="565821" cy="398771"/>
              </a:xfrm>
            </p:grpSpPr>
            <p:sp>
              <p:nvSpPr>
                <p:cNvPr id="30" name="矩形 29"/>
                <p:cNvSpPr/>
                <p:nvPr>
                  <p:custDataLst>
                    <p:tags r:id="rId14"/>
                  </p:custDataLst>
                </p:nvPr>
              </p:nvSpPr>
              <p:spPr>
                <a:xfrm>
                  <a:off x="6700871" y="5089833"/>
                  <a:ext cx="565821" cy="398771"/>
                </a:xfrm>
                <a:prstGeom prst="rect">
                  <a:avLst/>
                </a:prstGeom>
              </p:spPr>
              <p:txBody>
                <a:bodyPr wrap="none">
                  <a:spAutoFit/>
                </a:bodyPr>
                <a:p>
                  <a:pPr lvl="0" algn="l"/>
                  <a:r>
                    <a:rPr lang="zh-CN" sz="2000" b="1" kern="100" dirty="0" smtClean="0">
                      <a:ln>
                        <a:noFill/>
                      </a:ln>
                      <a:solidFill>
                        <a:schemeClr val="tx1">
                          <a:lumMod val="75000"/>
                          <a:lumOff val="25000"/>
                        </a:schemeClr>
                      </a:solidFill>
                      <a:latin typeface="楷体" panose="02010609060101010101" charset="-122"/>
                      <a:ea typeface="楷体" panose="02010609060101010101" charset="-122"/>
                    </a:rPr>
                    <a:t>高温</a:t>
                  </a:r>
                  <a:endParaRPr lang="zh-CN" sz="2000" b="1" kern="100" dirty="0" smtClean="0">
                    <a:ln>
                      <a:noFill/>
                    </a:ln>
                    <a:solidFill>
                      <a:schemeClr val="tx1">
                        <a:lumMod val="75000"/>
                        <a:lumOff val="25000"/>
                      </a:schemeClr>
                    </a:solidFill>
                    <a:latin typeface="楷体" panose="02010609060101010101" charset="-122"/>
                    <a:ea typeface="楷体" panose="02010609060101010101" charset="-122"/>
                  </a:endParaRPr>
                </a:p>
              </p:txBody>
            </p:sp>
            <p:cxnSp>
              <p:nvCxnSpPr>
                <p:cNvPr id="31" name="直接箭头连接符 30"/>
                <p:cNvCxnSpPr/>
                <p:nvPr>
                  <p:custDataLst>
                    <p:tags r:id="rId15"/>
                  </p:custDataLst>
                </p:nvPr>
              </p:nvCxnSpPr>
              <p:spPr>
                <a:xfrm flipV="1">
                  <a:off x="6728185" y="5418161"/>
                  <a:ext cx="499383" cy="4555"/>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32" name="直接箭头连接符 31"/>
              <p:cNvCxnSpPr/>
              <p:nvPr>
                <p:custDataLst>
                  <p:tags r:id="rId16"/>
                </p:custDataLst>
              </p:nvPr>
            </p:nvCxnSpPr>
            <p:spPr>
              <a:xfrm flipV="1">
                <a:off x="15964" y="6076"/>
                <a:ext cx="786" cy="7"/>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spTree>
    <p:custDataLst>
      <p:tags r:id="rId1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linds(horizontal)">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linds(horizontal)">
                                      <p:cBhvr>
                                        <p:cTn id="17" dur="500"/>
                                        <p:tgtEl>
                                          <p:spTgt spid="5">
                                            <p:txEl>
                                              <p:pRg st="1" end="1"/>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blinds(horizontal)">
                                      <p:cBhvr>
                                        <p:cTn id="20" dur="500"/>
                                        <p:tgtEl>
                                          <p:spTgt spid="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blinds(horizontal)">
                                      <p:cBhvr>
                                        <p:cTn id="25" dur="500"/>
                                        <p:tgtEl>
                                          <p:spTgt spid="6">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Effect transition="in" filter="blinds(horizontal)">
                                      <p:cBhvr>
                                        <p:cTn id="30" dur="500"/>
                                        <p:tgtEl>
                                          <p:spTgt spid="5">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linds(horizontal)">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5">
                                            <p:txEl>
                                              <p:pRg st="5" end="5"/>
                                            </p:txEl>
                                          </p:spTgt>
                                        </p:tgtEl>
                                        <p:attrNameLst>
                                          <p:attrName>style.visibility</p:attrName>
                                        </p:attrNameLst>
                                      </p:cBhvr>
                                      <p:to>
                                        <p:strVal val="visible"/>
                                      </p:to>
                                    </p:set>
                                    <p:animEffect transition="in" filter="blinds(horizontal)">
                                      <p:cBhvr>
                                        <p:cTn id="40" dur="500"/>
                                        <p:tgtEl>
                                          <p:spTgt spid="5">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blinds(horizontal)">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blinds(horizontal)">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5">
                                            <p:txEl>
                                              <p:pRg st="7" end="7"/>
                                            </p:txEl>
                                          </p:spTgt>
                                        </p:tgtEl>
                                        <p:attrNameLst>
                                          <p:attrName>style.visibility</p:attrName>
                                        </p:attrNameLst>
                                      </p:cBhvr>
                                      <p:to>
                                        <p:strVal val="visible"/>
                                      </p:to>
                                    </p:set>
                                    <p:animEffect transition="in" filter="blinds(horizontal)">
                                      <p:cBhvr>
                                        <p:cTn id="55" dur="500"/>
                                        <p:tgtEl>
                                          <p:spTgt spid="5">
                                            <p:txEl>
                                              <p:pRg st="7" end="7"/>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6">
                                            <p:txEl>
                                              <p:pRg st="2" end="2"/>
                                            </p:txEl>
                                          </p:spTgt>
                                        </p:tgtEl>
                                        <p:attrNameLst>
                                          <p:attrName>style.visibility</p:attrName>
                                        </p:attrNameLst>
                                      </p:cBhvr>
                                      <p:to>
                                        <p:strVal val="visible"/>
                                      </p:to>
                                    </p:set>
                                    <p:animEffect transition="in" filter="blinds(horizontal)">
                                      <p:cBhvr>
                                        <p:cTn id="60" dur="500"/>
                                        <p:tgtEl>
                                          <p:spTgt spid="6">
                                            <p:txEl>
                                              <p:pRg st="2" end="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6">
                                            <p:txEl>
                                              <p:pRg st="3" end="3"/>
                                            </p:txEl>
                                          </p:spTgt>
                                        </p:tgtEl>
                                        <p:attrNameLst>
                                          <p:attrName>style.visibility</p:attrName>
                                        </p:attrNameLst>
                                      </p:cBhvr>
                                      <p:to>
                                        <p:strVal val="visible"/>
                                      </p:to>
                                    </p:set>
                                    <p:animEffect transition="in" filter="blinds(horizontal)">
                                      <p:cBhvr>
                                        <p:cTn id="65" dur="500"/>
                                        <p:tgtEl>
                                          <p:spTgt spid="6">
                                            <p:txEl>
                                              <p:pRg st="3" end="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6">
                                            <p:txEl>
                                              <p:pRg st="4" end="4"/>
                                            </p:txEl>
                                          </p:spTgt>
                                        </p:tgtEl>
                                        <p:attrNameLst>
                                          <p:attrName>style.visibility</p:attrName>
                                        </p:attrNameLst>
                                      </p:cBhvr>
                                      <p:to>
                                        <p:strVal val="visible"/>
                                      </p:to>
                                    </p:set>
                                    <p:animEffect transition="in" filter="blinds(horizontal)">
                                      <p:cBhvr>
                                        <p:cTn id="70" dur="500"/>
                                        <p:tgtEl>
                                          <p:spTgt spid="6">
                                            <p:txEl>
                                              <p:pRg st="4" end="4"/>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6">
                                            <p:txEl>
                                              <p:pRg st="5" end="5"/>
                                            </p:txEl>
                                          </p:spTgt>
                                        </p:tgtEl>
                                        <p:attrNameLst>
                                          <p:attrName>style.visibility</p:attrName>
                                        </p:attrNameLst>
                                      </p:cBhvr>
                                      <p:to>
                                        <p:strVal val="visible"/>
                                      </p:to>
                                    </p:set>
                                    <p:animEffect transition="in" filter="blinds(horizontal)">
                                      <p:cBhvr>
                                        <p:cTn id="75" dur="500"/>
                                        <p:tgtEl>
                                          <p:spTgt spid="6">
                                            <p:txEl>
                                              <p:pRg st="5" end="5"/>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6">
                                            <p:txEl>
                                              <p:pRg st="6" end="6"/>
                                            </p:txEl>
                                          </p:spTgt>
                                        </p:tgtEl>
                                        <p:attrNameLst>
                                          <p:attrName>style.visibility</p:attrName>
                                        </p:attrNameLst>
                                      </p:cBhvr>
                                      <p:to>
                                        <p:strVal val="visible"/>
                                      </p:to>
                                    </p:set>
                                    <p:animEffect transition="in" filter="blinds(horizontal)">
                                      <p:cBhvr>
                                        <p:cTn id="80" dur="500"/>
                                        <p:tgtEl>
                                          <p:spTgt spid="6">
                                            <p:txEl>
                                              <p:pRg st="6" end="6"/>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nodeType="clickEffect">
                                  <p:stCondLst>
                                    <p:cond delay="0"/>
                                  </p:stCondLst>
                                  <p:childTnLst>
                                    <p:set>
                                      <p:cBhvr>
                                        <p:cTn id="84" dur="1" fill="hold">
                                          <p:stCondLst>
                                            <p:cond delay="0"/>
                                          </p:stCondLst>
                                        </p:cTn>
                                        <p:tgtEl>
                                          <p:spTgt spid="6">
                                            <p:txEl>
                                              <p:pRg st="7" end="7"/>
                                            </p:txEl>
                                          </p:spTgt>
                                        </p:tgtEl>
                                        <p:attrNameLst>
                                          <p:attrName>style.visibility</p:attrName>
                                        </p:attrNameLst>
                                      </p:cBhvr>
                                      <p:to>
                                        <p:strVal val="visible"/>
                                      </p:to>
                                    </p:set>
                                    <p:animEffect transition="in" filter="blinds(horizontal)">
                                      <p:cBhvr>
                                        <p:cTn id="85" dur="500"/>
                                        <p:tgtEl>
                                          <p:spTgt spid="6">
                                            <p:txEl>
                                              <p:pRg st="7" end="7"/>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7">
                                            <p:txEl>
                                              <p:pRg st="0" end="0"/>
                                            </p:txEl>
                                          </p:spTgt>
                                        </p:tgtEl>
                                        <p:attrNameLst>
                                          <p:attrName>style.visibility</p:attrName>
                                        </p:attrNameLst>
                                      </p:cBhvr>
                                      <p:to>
                                        <p:strVal val="visible"/>
                                      </p:to>
                                    </p:set>
                                    <p:animEffect transition="in" filter="blinds(horizontal)">
                                      <p:cBhvr>
                                        <p:cTn id="90" dur="500"/>
                                        <p:tgtEl>
                                          <p:spTgt spid="7">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nodeType="clickEffect">
                                  <p:stCondLst>
                                    <p:cond delay="0"/>
                                  </p:stCondLst>
                                  <p:childTnLst>
                                    <p:set>
                                      <p:cBhvr>
                                        <p:cTn id="94" dur="1" fill="hold">
                                          <p:stCondLst>
                                            <p:cond delay="0"/>
                                          </p:stCondLst>
                                        </p:cTn>
                                        <p:tgtEl>
                                          <p:spTgt spid="7">
                                            <p:txEl>
                                              <p:pRg st="1" end="1"/>
                                            </p:txEl>
                                          </p:spTgt>
                                        </p:tgtEl>
                                        <p:attrNameLst>
                                          <p:attrName>style.visibility</p:attrName>
                                        </p:attrNameLst>
                                      </p:cBhvr>
                                      <p:to>
                                        <p:strVal val="visible"/>
                                      </p:to>
                                    </p:set>
                                    <p:animEffect transition="in" filter="blinds(horizontal)">
                                      <p:cBhvr>
                                        <p:cTn id="95" dur="500"/>
                                        <p:tgtEl>
                                          <p:spTgt spid="7">
                                            <p:txEl>
                                              <p:pRg st="1" end="1"/>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nodeType="clickEffect">
                                  <p:stCondLst>
                                    <p:cond delay="0"/>
                                  </p:stCondLst>
                                  <p:childTnLst>
                                    <p:set>
                                      <p:cBhvr>
                                        <p:cTn id="99" dur="1" fill="hold">
                                          <p:stCondLst>
                                            <p:cond delay="0"/>
                                          </p:stCondLst>
                                        </p:cTn>
                                        <p:tgtEl>
                                          <p:spTgt spid="6">
                                            <p:txEl>
                                              <p:pRg st="8" end="8"/>
                                            </p:txEl>
                                          </p:spTgt>
                                        </p:tgtEl>
                                        <p:attrNameLst>
                                          <p:attrName>style.visibility</p:attrName>
                                        </p:attrNameLst>
                                      </p:cBhvr>
                                      <p:to>
                                        <p:strVal val="visible"/>
                                      </p:to>
                                    </p:set>
                                    <p:animEffect transition="in" filter="blinds(horizontal)">
                                      <p:cBhvr>
                                        <p:cTn id="100" dur="500"/>
                                        <p:tgtEl>
                                          <p:spTgt spid="6">
                                            <p:txEl>
                                              <p:pRg st="8" end="8"/>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19"/>
                                        </p:tgtEl>
                                        <p:attrNameLst>
                                          <p:attrName>style.visibility</p:attrName>
                                        </p:attrNameLst>
                                      </p:cBhvr>
                                      <p:to>
                                        <p:strVal val="visible"/>
                                      </p:to>
                                    </p:set>
                                    <p:animEffect transition="in" filter="blinds(horizontal)">
                                      <p:cBhvr>
                                        <p:cTn id="10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custDataLst>
              <p:tags r:id="rId1"/>
            </p:custDataLst>
          </p:nvPr>
        </p:nvGraphicFramePr>
        <p:xfrm>
          <a:off x="725805" y="1003300"/>
          <a:ext cx="10728000" cy="5075700"/>
        </p:xfrm>
        <a:graphic>
          <a:graphicData uri="http://schemas.openxmlformats.org/drawingml/2006/table">
            <a:tbl>
              <a:tblPr firstRow="1" bandRow="1">
                <a:tableStyleId>{5C22544A-7EE6-4342-B048-85BDC9FD1C3A}</a:tableStyleId>
              </a:tblPr>
              <a:tblGrid>
                <a:gridCol w="1368000"/>
                <a:gridCol w="4680000"/>
                <a:gridCol w="4680000"/>
              </a:tblGrid>
              <a:tr h="647700">
                <a:tc gridSpan="3">
                  <a:txBody>
                    <a:bodyPr/>
                    <a:p>
                      <a:pPr>
                        <a:buNone/>
                      </a:pPr>
                      <a:r>
                        <a:rPr lang="en-US" altLang="zh-CN" sz="2400">
                          <a:solidFill>
                            <a:srgbClr val="FFFFFF"/>
                          </a:solidFill>
                          <a:uFillTx/>
                          <a:latin typeface="Times New Roman" panose="02020603050405020304" pitchFamily="18" charset="0"/>
                          <a:ea typeface="方正粗黑宋简体" panose="02000000000000000000" pitchFamily="2" charset="-122"/>
                        </a:rPr>
                        <a:t>2</a:t>
                      </a:r>
                      <a:r>
                        <a:rPr lang="zh-CN" altLang="en-US" sz="2400">
                          <a:solidFill>
                            <a:srgbClr val="FFFFFF"/>
                          </a:solidFill>
                          <a:uFillTx/>
                          <a:latin typeface="Times New Roman" panose="02020603050405020304" pitchFamily="18" charset="0"/>
                          <a:ea typeface="方正粗黑宋简体" panose="02000000000000000000" pitchFamily="2" charset="-122"/>
                        </a:rPr>
                        <a:t>.碳的</a:t>
                      </a:r>
                      <a:r>
                        <a:rPr lang="zh-CN" sz="2400">
                          <a:solidFill>
                            <a:srgbClr val="FFFFFF"/>
                          </a:solidFill>
                          <a:uFillTx/>
                          <a:latin typeface="Times New Roman" panose="02020603050405020304" pitchFamily="18" charset="0"/>
                          <a:ea typeface="方正粗黑宋简体" panose="02000000000000000000" pitchFamily="2" charset="-122"/>
                        </a:rPr>
                        <a:t>氧化物的性质</a:t>
                      </a:r>
                      <a:endParaRPr lang="zh-CN" sz="2400" baseline="-25000">
                        <a:solidFill>
                          <a:srgbClr val="FFFFFF"/>
                        </a:solidFill>
                        <a:uFillTx/>
                        <a:latin typeface="Times New Roman" panose="02020603050405020304" pitchFamily="18" charset="0"/>
                        <a:ea typeface="方正粗黑宋简体" panose="02000000000000000000" pitchFamily="2" charset="-122"/>
                      </a:endParaRPr>
                    </a:p>
                  </a:txBody>
                  <a:tcPr marL="36195" marR="36195" marT="36195" marB="36195" anchor="ctr" anchorCtr="0">
                    <a:lnL w="19050" cap="rnd">
                      <a:solidFill>
                        <a:srgbClr val="584E61"/>
                      </a:solidFill>
                      <a:prstDash val="solid"/>
                    </a:lnL>
                    <a:lnR w="19050">
                      <a:solidFill>
                        <a:srgbClr val="584E61"/>
                      </a:solidFill>
                      <a:prstDash val="solid"/>
                    </a:lnR>
                    <a:lnT w="19050" cap="rnd">
                      <a:solidFill>
                        <a:srgbClr val="584E61"/>
                      </a:solidFill>
                      <a:prstDash val="solid"/>
                    </a:lnT>
                    <a:lnB w="19050">
                      <a:solidFill>
                        <a:srgbClr val="584E61"/>
                      </a:solidFill>
                      <a:prstDash val="solid"/>
                    </a:lnB>
                    <a:solidFill>
                      <a:srgbClr val="584E61"/>
                    </a:solidFill>
                  </a:tcPr>
                </a:tc>
                <a:tc hMerge="1">
                  <a:tcPr>
                    <a:lnT w="19050" cap="rnd">
                      <a:solidFill>
                        <a:srgbClr val="584E61"/>
                      </a:solidFill>
                      <a:prstDash val="solid"/>
                    </a:lnT>
                    <a:lnB w="19050">
                      <a:solidFill>
                        <a:srgbClr val="584E61"/>
                      </a:solidFill>
                      <a:prstDash val="solid"/>
                    </a:lnB>
                  </a:tcPr>
                </a:tc>
                <a:tc hMerge="1">
                  <a:tcPr>
                    <a:lnR w="19050" cap="rnd">
                      <a:solidFill>
                        <a:srgbClr val="584E61"/>
                      </a:solidFill>
                      <a:prstDash val="solid"/>
                    </a:lnR>
                    <a:lnT w="19050" cap="rnd">
                      <a:solidFill>
                        <a:srgbClr val="584E61"/>
                      </a:solidFill>
                      <a:prstDash val="solid"/>
                    </a:lnT>
                    <a:lnB w="19050">
                      <a:solidFill>
                        <a:srgbClr val="584E61"/>
                      </a:solidFill>
                      <a:prstDash val="solid"/>
                    </a:lnB>
                  </a:tcPr>
                </a:tc>
              </a:tr>
              <a:tr h="648000">
                <a:tc>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名 称</a:t>
                      </a:r>
                      <a:endParaRPr lang="zh-CN" altLang="en-US" sz="2300" b="1">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584E61"/>
                      </a:solidFill>
                      <a:prstDash val="solid"/>
                    </a:lnL>
                    <a:lnR w="3175">
                      <a:solidFill>
                        <a:srgbClr val="584E61"/>
                      </a:solidFill>
                      <a:prstDash val="dot"/>
                    </a:lnR>
                    <a:lnT w="19050">
                      <a:solidFill>
                        <a:srgbClr val="584E61"/>
                      </a:solidFill>
                      <a:prstDash val="solid"/>
                    </a:lnT>
                    <a:lnB w="19050">
                      <a:solidFill>
                        <a:srgbClr val="584E61"/>
                      </a:solidFill>
                      <a:prstDash val="solid"/>
                    </a:lnB>
                    <a:solidFill>
                      <a:srgbClr val="FFFFFF"/>
                    </a:solidFill>
                  </a:tcPr>
                </a:tc>
                <a:tc>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一氧化碳</a:t>
                      </a:r>
                      <a:endParaRPr lang="zh-CN" altLang="en-US" sz="2300" b="1">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3175">
                      <a:solidFill>
                        <a:srgbClr val="584E61"/>
                      </a:solidFill>
                      <a:prstDash val="dot"/>
                    </a:lnL>
                    <a:lnR w="3175">
                      <a:solidFill>
                        <a:srgbClr val="584E61"/>
                      </a:solidFill>
                      <a:prstDash val="dot"/>
                    </a:lnR>
                    <a:lnT w="19050">
                      <a:solidFill>
                        <a:srgbClr val="584E61"/>
                      </a:solidFill>
                      <a:prstDash val="solid"/>
                    </a:lnT>
                    <a:lnB w="19050">
                      <a:solidFill>
                        <a:srgbClr val="584E61"/>
                      </a:solidFill>
                      <a:prstDash val="solid"/>
                    </a:lnB>
                    <a:solidFill>
                      <a:srgbClr val="FFFFFF"/>
                    </a:solidFill>
                  </a:tcPr>
                </a:tc>
                <a:tc>
                  <a:txBody>
                    <a:bodyPr/>
                    <a:p>
                      <a:pPr>
                        <a:buNone/>
                      </a:pPr>
                      <a:r>
                        <a:rPr lang="zh-CN" altLang="en-US" sz="2300" b="1">
                          <a:solidFill>
                            <a:srgbClr val="584E61"/>
                          </a:solidFill>
                          <a:uFillTx/>
                          <a:latin typeface="Times New Roman" panose="02020603050405020304" pitchFamily="18" charset="0"/>
                          <a:ea typeface="方正粗黑宋简体" panose="02000000000000000000" pitchFamily="2" charset="-122"/>
                        </a:rPr>
                        <a:t>二氧化碳</a:t>
                      </a:r>
                      <a:endParaRPr lang="zh-CN" altLang="en-US" sz="2300" b="1">
                        <a:solidFill>
                          <a:srgbClr val="584E61"/>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3175">
                      <a:solidFill>
                        <a:srgbClr val="584E61"/>
                      </a:solidFill>
                      <a:prstDash val="dot"/>
                    </a:lnL>
                    <a:lnR w="19050" cap="rnd">
                      <a:solidFill>
                        <a:srgbClr val="584E61"/>
                      </a:solidFill>
                      <a:prstDash val="solid"/>
                    </a:lnR>
                    <a:lnT w="19050">
                      <a:solidFill>
                        <a:srgbClr val="584E61"/>
                      </a:solidFill>
                      <a:prstDash val="solid"/>
                    </a:lnT>
                    <a:lnB w="19050">
                      <a:solidFill>
                        <a:srgbClr val="584E61"/>
                      </a:solidFill>
                      <a:prstDash val="solid"/>
                    </a:lnB>
                    <a:solidFill>
                      <a:srgbClr val="FFFFFF"/>
                    </a:solidFill>
                  </a:tcPr>
                </a:tc>
              </a:tr>
              <a:tr h="1980000">
                <a:tc>
                  <a:txBody>
                    <a:bodyPr/>
                    <a:p>
                      <a:pPr>
                        <a:buNone/>
                      </a:pPr>
                      <a:r>
                        <a:rPr lang="zh-CN" altLang="en-US" sz="2300" b="1">
                          <a:solidFill>
                            <a:srgbClr val="404040"/>
                          </a:solidFill>
                          <a:uFillTx/>
                          <a:latin typeface="Times New Roman" panose="02020603050405020304" pitchFamily="18" charset="0"/>
                          <a:ea typeface="方正粗黑宋简体" panose="02000000000000000000" pitchFamily="2" charset="-122"/>
                          <a:sym typeface="+mn-ea"/>
                        </a:rPr>
                        <a:t>用途</a:t>
                      </a:r>
                      <a:endParaRPr lang="zh-CN" altLang="en-US" sz="2300" b="1">
                        <a:solidFill>
                          <a:srgbClr val="404040"/>
                        </a:solidFill>
                        <a:uFillTx/>
                        <a:latin typeface="Times New Roman" panose="02020603050405020304" pitchFamily="18" charset="0"/>
                        <a:ea typeface="方正粗黑宋简体" panose="02000000000000000000" pitchFamily="2" charset="-122"/>
                        <a:sym typeface="+mn-ea"/>
                      </a:endParaRPr>
                    </a:p>
                  </a:txBody>
                  <a:tcPr marL="36195" marR="36195" marT="36195" marB="36195" anchor="ctr" anchorCtr="1">
                    <a:lnL w="19050" cap="rnd">
                      <a:solidFill>
                        <a:srgbClr val="584E61"/>
                      </a:solidFill>
                      <a:prstDash val="solid"/>
                    </a:lnL>
                    <a:lnR w="3175">
                      <a:solidFill>
                        <a:srgbClr val="584E61"/>
                      </a:solidFill>
                      <a:prstDash val="dot"/>
                    </a:lnR>
                    <a:lnT w="19050">
                      <a:solidFill>
                        <a:srgbClr val="584E61"/>
                      </a:solidFill>
                      <a:prstDash val="solid"/>
                    </a:lnT>
                    <a:lnB w="3175">
                      <a:solidFill>
                        <a:srgbClr val="584E61"/>
                      </a:solidFill>
                      <a:prstDash val="dot"/>
                    </a:lnB>
                    <a:solidFill>
                      <a:srgbClr val="F2F2F2"/>
                    </a:solidFill>
                  </a:tcPr>
                </a:tc>
                <a:tc>
                  <a:txBody>
                    <a:bodyPr/>
                    <a:p>
                      <a:pPr>
                        <a:buNone/>
                      </a:pPr>
                      <a:endParaRPr lang="zh-CN" altLang="en-US" sz="2300" b="1">
                        <a:solidFill>
                          <a:srgbClr val="404040"/>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3175">
                      <a:solidFill>
                        <a:srgbClr val="584E61"/>
                      </a:solidFill>
                      <a:prstDash val="dot"/>
                    </a:lnL>
                    <a:lnR w="3175">
                      <a:solidFill>
                        <a:srgbClr val="584E61"/>
                      </a:solidFill>
                      <a:prstDash val="dot"/>
                    </a:lnR>
                    <a:lnT w="19050">
                      <a:solidFill>
                        <a:srgbClr val="584E61"/>
                      </a:solidFill>
                      <a:prstDash val="solid"/>
                    </a:lnT>
                    <a:lnB w="3175">
                      <a:solidFill>
                        <a:srgbClr val="584E61"/>
                      </a:solidFill>
                      <a:prstDash val="dot"/>
                    </a:lnB>
                    <a:solidFill>
                      <a:srgbClr val="F2F2F2"/>
                    </a:solidFill>
                  </a:tcPr>
                </a:tc>
                <a:tc>
                  <a:txBody>
                    <a:bodyPr/>
                    <a:p>
                      <a:pPr>
                        <a:buNone/>
                      </a:pPr>
                      <a:endParaRPr lang="zh-CN" altLang="en-US" sz="2300" b="1">
                        <a:solidFill>
                          <a:srgbClr val="404040"/>
                        </a:solidFill>
                        <a:uFillTx/>
                        <a:latin typeface="Arial" panose="020B0604020202090204" pitchFamily="34" charset="0"/>
                        <a:ea typeface="方正粗黑宋简体" panose="02000000000000000000" pitchFamily="2" charset="-122"/>
                        <a:cs typeface="Arial" panose="020B0604020202090204" pitchFamily="34" charset="0"/>
                      </a:endParaRPr>
                    </a:p>
                  </a:txBody>
                  <a:tcPr marL="36195" marR="36195" marT="36195" marB="36195" anchor="ctr" anchorCtr="1">
                    <a:lnL w="3175">
                      <a:solidFill>
                        <a:srgbClr val="584E61"/>
                      </a:solidFill>
                      <a:prstDash val="dot"/>
                    </a:lnL>
                    <a:lnR w="19050" cap="rnd">
                      <a:solidFill>
                        <a:srgbClr val="584E61"/>
                      </a:solidFill>
                      <a:prstDash val="solid"/>
                    </a:lnR>
                    <a:lnT w="19050">
                      <a:solidFill>
                        <a:srgbClr val="584E61"/>
                      </a:solidFill>
                      <a:prstDash val="solid"/>
                    </a:lnT>
                    <a:lnB w="3175">
                      <a:solidFill>
                        <a:srgbClr val="584E61"/>
                      </a:solidFill>
                      <a:prstDash val="dot"/>
                    </a:lnB>
                    <a:solidFill>
                      <a:srgbClr val="F2F2F2"/>
                    </a:solidFill>
                  </a:tcPr>
                </a:tc>
              </a:tr>
              <a:tr h="1800000">
                <a:tc>
                  <a:txBody>
                    <a:bodyPr/>
                    <a:p>
                      <a:pPr>
                        <a:buNone/>
                      </a:pPr>
                      <a:r>
                        <a:rPr lang="zh-CN" altLang="en-US" sz="2300" b="1">
                          <a:solidFill>
                            <a:srgbClr val="404040"/>
                          </a:solidFill>
                          <a:uFillTx/>
                          <a:latin typeface="Times New Roman" panose="02020603050405020304" pitchFamily="18" charset="0"/>
                          <a:ea typeface="方正粗黑宋简体" panose="02000000000000000000" pitchFamily="2" charset="-122"/>
                        </a:rPr>
                        <a:t>差异原因</a:t>
                      </a:r>
                      <a:endParaRPr lang="zh-CN" altLang="en-US" sz="2300" b="1">
                        <a:solidFill>
                          <a:srgbClr val="404040"/>
                        </a:solidFill>
                        <a:uFillTx/>
                        <a:latin typeface="Times New Roman" panose="02020603050405020304" pitchFamily="18" charset="0"/>
                        <a:ea typeface="方正粗黑宋简体" panose="02000000000000000000" pitchFamily="2" charset="-122"/>
                      </a:endParaRPr>
                    </a:p>
                  </a:txBody>
                  <a:tcPr marL="36195" marR="36195" marT="36195" marB="36195" anchor="ctr" anchorCtr="1">
                    <a:lnL w="19050" cap="rnd">
                      <a:solidFill>
                        <a:srgbClr val="584E61"/>
                      </a:solidFill>
                      <a:prstDash val="solid"/>
                    </a:lnL>
                    <a:lnR w="3175">
                      <a:solidFill>
                        <a:srgbClr val="584E61"/>
                      </a:solidFill>
                      <a:prstDash val="dot"/>
                    </a:lnR>
                    <a:lnT w="3175">
                      <a:solidFill>
                        <a:srgbClr val="584E61"/>
                      </a:solidFill>
                      <a:prstDash val="dot"/>
                    </a:lnT>
                    <a:lnB w="19050" cap="rnd">
                      <a:solidFill>
                        <a:srgbClr val="584E61"/>
                      </a:solidFill>
                      <a:prstDash val="solid"/>
                    </a:lnB>
                    <a:solidFill>
                      <a:srgbClr val="FFFFFF"/>
                    </a:solidFill>
                  </a:tcPr>
                </a:tc>
                <a:tc gridSpan="2">
                  <a:txBody>
                    <a:bodyPr/>
                    <a:p>
                      <a:pPr>
                        <a:buNone/>
                      </a:pPr>
                      <a:endParaRPr lang="zh-CN" altLang="en-US" sz="2300">
                        <a:solidFill>
                          <a:srgbClr val="404040"/>
                        </a:solidFill>
                      </a:endParaRPr>
                    </a:p>
                  </a:txBody>
                  <a:tcPr marL="36195" marR="36195" marT="36195" marB="36195">
                    <a:lnL w="3175">
                      <a:solidFill>
                        <a:srgbClr val="584E61"/>
                      </a:solidFill>
                      <a:prstDash val="dot"/>
                    </a:lnL>
                    <a:lnR w="19050" cap="rnd">
                      <a:solidFill>
                        <a:srgbClr val="584E61"/>
                      </a:solidFill>
                      <a:prstDash val="solid"/>
                    </a:lnR>
                    <a:lnT w="3175">
                      <a:solidFill>
                        <a:srgbClr val="584E61"/>
                      </a:solidFill>
                      <a:prstDash val="dot"/>
                    </a:lnT>
                    <a:lnB w="19050" cap="rnd">
                      <a:solidFill>
                        <a:srgbClr val="584E61"/>
                      </a:solidFill>
                      <a:prstDash val="solid"/>
                    </a:lnB>
                    <a:solidFill>
                      <a:srgbClr val="FFFFFF"/>
                    </a:solidFill>
                  </a:tcPr>
                </a:tc>
                <a:tc hMerge="1">
                  <a:tcPr marL="36195" marR="36195" marT="36195" marB="36195">
                    <a:lnL w="3175">
                      <a:solidFill>
                        <a:srgbClr val="584E61"/>
                      </a:solidFill>
                      <a:prstDash val="dot"/>
                    </a:lnL>
                    <a:lnR w="19050" cap="rnd">
                      <a:solidFill>
                        <a:srgbClr val="584E61"/>
                      </a:solidFill>
                      <a:prstDash val="solid"/>
                    </a:lnR>
                    <a:lnT w="3175">
                      <a:solidFill>
                        <a:srgbClr val="584E61"/>
                      </a:solidFill>
                      <a:prstDash val="dot"/>
                    </a:lnT>
                    <a:lnB w="19050" cap="rnd">
                      <a:solidFill>
                        <a:srgbClr val="584E61"/>
                      </a:solidFill>
                      <a:prstDash val="solid"/>
                    </a:lnB>
                    <a:solidFill>
                      <a:srgbClr val="FFFFFF"/>
                    </a:solidFill>
                  </a:tcPr>
                </a:tc>
              </a:tr>
            </a:tbl>
          </a:graphicData>
        </a:graphic>
      </p:graphicFrame>
      <p:sp>
        <p:nvSpPr>
          <p:cNvPr id="12" name="圆角矩形 11"/>
          <p:cNvSpPr/>
          <p:nvPr>
            <p:custDataLst>
              <p:tags r:id="rId2"/>
            </p:custDataLst>
          </p:nvPr>
        </p:nvSpPr>
        <p:spPr>
          <a:xfrm>
            <a:off x="4970780" y="4982210"/>
            <a:ext cx="895985" cy="476250"/>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200" b="1" kern="0" dirty="0" smtClean="0">
                <a:solidFill>
                  <a:schemeClr val="tx1">
                    <a:lumMod val="75000"/>
                    <a:lumOff val="25000"/>
                  </a:schemeClr>
                </a:solidFill>
                <a:uFillTx/>
                <a:latin typeface="Times New Roman" panose="02020603050405020304" pitchFamily="18" charset="0"/>
                <a:ea typeface="宋体" panose="02010600030101010101" pitchFamily="2" charset="-122"/>
                <a:sym typeface="+mn-ea"/>
              </a:rPr>
              <a:t>决定</a:t>
            </a:r>
            <a:endParaRPr lang="zh-CN" altLang="en-US" sz="2200" b="1" kern="0" dirty="0" smtClean="0">
              <a:solidFill>
                <a:schemeClr val="tx1">
                  <a:lumMod val="75000"/>
                  <a:lumOff val="25000"/>
                </a:schemeClr>
              </a:solidFill>
              <a:uFillTx/>
              <a:latin typeface="Times New Roman" panose="02020603050405020304" pitchFamily="18" charset="0"/>
              <a:ea typeface="宋体" panose="02010600030101010101" pitchFamily="2" charset="-122"/>
              <a:sym typeface="+mn-ea"/>
            </a:endParaRPr>
          </a:p>
        </p:txBody>
      </p:sp>
      <p:sp>
        <p:nvSpPr>
          <p:cNvPr id="14" name="圆角矩形 13"/>
          <p:cNvSpPr/>
          <p:nvPr>
            <p:custDataLst>
              <p:tags r:id="rId3"/>
            </p:custDataLst>
          </p:nvPr>
        </p:nvSpPr>
        <p:spPr>
          <a:xfrm>
            <a:off x="4970780" y="5422664"/>
            <a:ext cx="895985" cy="476721"/>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200" b="1" kern="0" dirty="0" smtClean="0">
                <a:solidFill>
                  <a:schemeClr val="tx1">
                    <a:lumMod val="75000"/>
                    <a:lumOff val="25000"/>
                  </a:schemeClr>
                </a:solidFill>
                <a:uFillTx/>
                <a:latin typeface="Times New Roman" panose="02020603050405020304" pitchFamily="18" charset="0"/>
                <a:ea typeface="宋体" panose="02010600030101010101" pitchFamily="2" charset="-122"/>
                <a:sym typeface="+mn-ea"/>
              </a:rPr>
              <a:t>反映</a:t>
            </a:r>
            <a:endParaRPr lang="zh-CN" altLang="en-US" sz="2200" b="1" kern="0" dirty="0" smtClean="0">
              <a:solidFill>
                <a:schemeClr val="tx1">
                  <a:lumMod val="75000"/>
                  <a:lumOff val="25000"/>
                </a:schemeClr>
              </a:solidFill>
              <a:uFillTx/>
              <a:latin typeface="Times New Roman" panose="02020603050405020304" pitchFamily="18" charset="0"/>
              <a:ea typeface="宋体" panose="02010600030101010101" pitchFamily="2" charset="-122"/>
              <a:sym typeface="+mn-ea"/>
            </a:endParaRPr>
          </a:p>
        </p:txBody>
      </p:sp>
      <p:sp>
        <p:nvSpPr>
          <p:cNvPr id="5" name="文本框 4"/>
          <p:cNvSpPr txBox="1"/>
          <p:nvPr>
            <p:custDataLst>
              <p:tags r:id="rId4"/>
            </p:custDataLst>
          </p:nvPr>
        </p:nvSpPr>
        <p:spPr>
          <a:xfrm>
            <a:off x="2253615" y="2848610"/>
            <a:ext cx="7127875" cy="2113915"/>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71755" tIns="60958" rIns="36195" bIns="60958" numCol="1" spcCol="38100" rtlCol="0" anchor="t" forceAA="0">
            <a:spAutoFit/>
          </a:bodyPr>
          <a:p>
            <a:pPr marL="0" algn="l" defTabSz="914400" rtl="0">
              <a:lnSpc>
                <a:spcPct val="100000"/>
              </a:lnSpc>
              <a:buNone/>
            </a:pPr>
            <a:r>
              <a:rPr lang="zh-CN" altLang="en-US" sz="2400">
                <a:solidFill>
                  <a:srgbClr val="404040"/>
                </a:solidFill>
                <a:uFillTx/>
                <a:latin typeface="Times New Roman" panose="02020603050405020304" pitchFamily="18" charset="0"/>
                <a:sym typeface="+mn-ea"/>
              </a:rPr>
              <a:t>煤用作燃料；</a:t>
            </a:r>
            <a:endParaRPr lang="zh-CN" altLang="en-US" sz="2400">
              <a:solidFill>
                <a:srgbClr val="404040"/>
              </a:solidFill>
              <a:uFillTx/>
              <a:latin typeface="Times New Roman" panose="02020603050405020304" pitchFamily="18" charset="0"/>
              <a:sym typeface="+mn-ea"/>
            </a:endParaRPr>
          </a:p>
          <a:p>
            <a:pPr marL="0" algn="l" defTabSz="914400" rtl="0">
              <a:lnSpc>
                <a:spcPct val="110000"/>
              </a:lnSpc>
              <a:spcBef>
                <a:spcPts val="0"/>
              </a:spcBef>
              <a:spcAft>
                <a:spcPts val="0"/>
              </a:spcAft>
              <a:buNone/>
            </a:pPr>
            <a:r>
              <a:rPr lang="zh-CN" altLang="en-US" sz="2400">
                <a:solidFill>
                  <a:srgbClr val="404040"/>
                </a:solidFill>
                <a:uFillTx/>
                <a:latin typeface="Times New Roman" panose="02020603050405020304" pitchFamily="18" charset="0"/>
                <a:sym typeface="+mn-ea"/>
              </a:rPr>
              <a:t>冶炼金属。</a:t>
            </a:r>
            <a:endParaRPr lang="zh-CN" altLang="en-US" sz="2400">
              <a:solidFill>
                <a:srgbClr val="404040"/>
              </a:solidFill>
              <a:uFillTx/>
              <a:latin typeface="Times New Roman" panose="02020603050405020304" pitchFamily="18" charset="0"/>
              <a:sym typeface="+mn-ea"/>
            </a:endParaRPr>
          </a:p>
          <a:p>
            <a:pPr marL="0" algn="l" defTabSz="914400" rtl="0">
              <a:lnSpc>
                <a:spcPct val="100000"/>
              </a:lnSpc>
              <a:buNone/>
            </a:pPr>
            <a:endParaRPr lang="zh-CN" altLang="en-US" sz="2400">
              <a:solidFill>
                <a:srgbClr val="404040"/>
              </a:solidFill>
              <a:uFillTx/>
              <a:latin typeface="Times New Roman" panose="02020603050405020304" pitchFamily="18" charset="0"/>
              <a:sym typeface="+mn-ea"/>
            </a:endParaRPr>
          </a:p>
          <a:p>
            <a:pPr marL="0" algn="l" defTabSz="914400" rtl="0">
              <a:lnSpc>
                <a:spcPct val="130000"/>
              </a:lnSpc>
              <a:spcBef>
                <a:spcPts val="0"/>
              </a:spcBef>
              <a:spcAft>
                <a:spcPts val="0"/>
              </a:spcAft>
              <a:buNone/>
            </a:pPr>
            <a:endParaRPr lang="zh-CN" altLang="en-US" sz="2400">
              <a:solidFill>
                <a:srgbClr val="404040"/>
              </a:solidFill>
              <a:uFillTx/>
              <a:latin typeface="Times New Roman" panose="02020603050405020304" pitchFamily="18" charset="0"/>
              <a:sym typeface="+mn-ea"/>
            </a:endParaRPr>
          </a:p>
          <a:p>
            <a:pPr marL="0" algn="l" defTabSz="914400" rtl="0">
              <a:lnSpc>
                <a:spcPct val="100000"/>
              </a:lnSpc>
              <a:buNone/>
            </a:pPr>
            <a:r>
              <a:rPr lang="zh-CN" altLang="en-US" sz="2400">
                <a:solidFill>
                  <a:srgbClr val="404040"/>
                </a:solidFill>
                <a:uFillTx/>
                <a:latin typeface="Times New Roman" panose="02020603050405020304" pitchFamily="18" charset="0"/>
                <a:sym typeface="+mn-ea"/>
              </a:rPr>
              <a:t>两者的性质差异很大的原因：它们的</a:t>
            </a:r>
            <a:r>
              <a:rPr lang="zh-CN" altLang="en-US" sz="2400">
                <a:solidFill>
                  <a:srgbClr val="0E0EE4"/>
                </a:solidFill>
                <a:uFillTx/>
                <a:latin typeface="Times New Roman" panose="02020603050405020304" pitchFamily="18" charset="0"/>
                <a:sym typeface="+mn-ea"/>
              </a:rPr>
              <a:t>分子构成不同</a:t>
            </a:r>
            <a:endParaRPr lang="zh-CN" altLang="en-US" sz="2400">
              <a:solidFill>
                <a:srgbClr val="0E0EE4"/>
              </a:solidFill>
              <a:uFillTx/>
              <a:latin typeface="Times New Roman" panose="02020603050405020304" pitchFamily="18" charset="0"/>
              <a:sym typeface="+mn-ea"/>
            </a:endParaRPr>
          </a:p>
        </p:txBody>
      </p:sp>
      <p:sp>
        <p:nvSpPr>
          <p:cNvPr id="2" name="文本框 1"/>
          <p:cNvSpPr txBox="1"/>
          <p:nvPr>
            <p:custDataLst>
              <p:tags r:id="rId5"/>
            </p:custDataLst>
          </p:nvPr>
        </p:nvSpPr>
        <p:spPr>
          <a:xfrm>
            <a:off x="6780530" y="2454275"/>
            <a:ext cx="4536000" cy="1707515"/>
          </a:xfrm>
          <a:prstGeom prst="rect">
            <a:avLst/>
          </a:prstGeom>
          <a:noFill/>
          <a:ln w="19050" cap="flat" cmpd="tri">
            <a:no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71755" tIns="60958" rIns="36195" bIns="60958" numCol="1" spcCol="38100" rtlCol="0" anchor="t" forceAA="0">
            <a:spAutoFit/>
          </a:bodyPr>
          <a:p>
            <a:pPr marL="0" algn="l" defTabSz="914400" rtl="0">
              <a:lnSpc>
                <a:spcPct val="100000"/>
              </a:lnSpc>
              <a:buNone/>
            </a:pPr>
            <a:r>
              <a:rPr lang="zh-CN" altLang="en-US" sz="2400">
                <a:solidFill>
                  <a:srgbClr val="404040"/>
                </a:solidFill>
                <a:uFillTx/>
                <a:latin typeface="Times New Roman" panose="02020603050405020304" pitchFamily="18" charset="0"/>
                <a:sym typeface="+mn-ea"/>
              </a:rPr>
              <a:t>①用于灭火；</a:t>
            </a:r>
            <a:endParaRPr lang="zh-CN" altLang="en-US" sz="2400">
              <a:solidFill>
                <a:srgbClr val="404040"/>
              </a:solidFill>
              <a:uFillTx/>
              <a:latin typeface="Times New Roman" panose="02020603050405020304" pitchFamily="18" charset="0"/>
              <a:sym typeface="+mn-ea"/>
            </a:endParaRPr>
          </a:p>
          <a:p>
            <a:pPr marL="0" algn="l" defTabSz="914400" rtl="0">
              <a:lnSpc>
                <a:spcPct val="110000"/>
              </a:lnSpc>
              <a:spcBef>
                <a:spcPts val="0"/>
              </a:spcBef>
              <a:spcAft>
                <a:spcPts val="0"/>
              </a:spcAft>
              <a:buNone/>
            </a:pPr>
            <a:r>
              <a:rPr lang="zh-CN" altLang="en-US" sz="2400">
                <a:solidFill>
                  <a:srgbClr val="404040"/>
                </a:solidFill>
                <a:uFillTx/>
                <a:latin typeface="Times New Roman" panose="02020603050405020304" pitchFamily="18" charset="0"/>
                <a:sym typeface="+mn-ea"/>
              </a:rPr>
              <a:t>②用于汽水工业和化工原料；</a:t>
            </a:r>
            <a:endParaRPr lang="zh-CN" altLang="en-US" sz="2400">
              <a:solidFill>
                <a:srgbClr val="404040"/>
              </a:solidFill>
              <a:uFillTx/>
              <a:latin typeface="Times New Roman" panose="02020603050405020304" pitchFamily="18" charset="0"/>
              <a:sym typeface="+mn-ea"/>
            </a:endParaRPr>
          </a:p>
          <a:p>
            <a:pPr marL="0" algn="l" defTabSz="914400" rtl="0">
              <a:lnSpc>
                <a:spcPct val="110000"/>
              </a:lnSpc>
              <a:spcBef>
                <a:spcPts val="0"/>
              </a:spcBef>
              <a:spcAft>
                <a:spcPts val="0"/>
              </a:spcAft>
              <a:buNone/>
            </a:pPr>
            <a:r>
              <a:rPr lang="zh-CN" altLang="en-US" sz="2400">
                <a:solidFill>
                  <a:srgbClr val="404040"/>
                </a:solidFill>
                <a:uFillTx/>
                <a:latin typeface="Times New Roman" panose="02020603050405020304" pitchFamily="18" charset="0"/>
                <a:sym typeface="+mn-ea"/>
              </a:rPr>
              <a:t>③用作温室气肥；</a:t>
            </a:r>
            <a:endParaRPr lang="zh-CN" altLang="en-US" sz="2400">
              <a:solidFill>
                <a:srgbClr val="404040"/>
              </a:solidFill>
              <a:uFillTx/>
              <a:latin typeface="Times New Roman" panose="02020603050405020304" pitchFamily="18" charset="0"/>
              <a:sym typeface="+mn-ea"/>
            </a:endParaRPr>
          </a:p>
          <a:p>
            <a:pPr marL="0" algn="l" defTabSz="914400" rtl="0">
              <a:lnSpc>
                <a:spcPct val="110000"/>
              </a:lnSpc>
              <a:spcBef>
                <a:spcPts val="0"/>
              </a:spcBef>
              <a:spcAft>
                <a:spcPts val="0"/>
              </a:spcAft>
              <a:buNone/>
            </a:pPr>
            <a:r>
              <a:rPr lang="zh-CN" altLang="en-US" sz="2400">
                <a:solidFill>
                  <a:srgbClr val="404040"/>
                </a:solidFill>
                <a:uFillTx/>
                <a:latin typeface="Times New Roman" panose="02020603050405020304" pitchFamily="18" charset="0"/>
                <a:sym typeface="+mn-ea"/>
              </a:rPr>
              <a:t>④干冰用于人工降雨和作制冷剂。</a:t>
            </a:r>
            <a:endParaRPr lang="zh-CN" altLang="en-US" sz="2400">
              <a:solidFill>
                <a:srgbClr val="404040"/>
              </a:solidFill>
              <a:uFillTx/>
              <a:latin typeface="Times New Roman" panose="02020603050405020304" pitchFamily="18" charset="0"/>
              <a:sym typeface="+mn-ea"/>
            </a:endParaRPr>
          </a:p>
        </p:txBody>
      </p:sp>
      <p:grpSp>
        <p:nvGrpSpPr>
          <p:cNvPr id="15" name="组合 14"/>
          <p:cNvGrpSpPr/>
          <p:nvPr/>
        </p:nvGrpSpPr>
        <p:grpSpPr>
          <a:xfrm rot="0">
            <a:off x="2317750" y="5151755"/>
            <a:ext cx="4572000" cy="527050"/>
            <a:chOff x="5262" y="7411"/>
            <a:chExt cx="7200" cy="830"/>
          </a:xfrm>
        </p:grpSpPr>
        <p:sp>
          <p:nvSpPr>
            <p:cNvPr id="84" name="圆角矩形 83"/>
            <p:cNvSpPr/>
            <p:nvPr>
              <p:custDataLst>
                <p:tags r:id="rId6"/>
              </p:custDataLst>
            </p:nvPr>
          </p:nvSpPr>
          <p:spPr>
            <a:xfrm>
              <a:off x="5262" y="7411"/>
              <a:ext cx="7200" cy="830"/>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500" b="1" kern="0" dirty="0" smtClean="0">
                  <a:solidFill>
                    <a:schemeClr val="tx1">
                      <a:lumMod val="75000"/>
                      <a:lumOff val="25000"/>
                    </a:schemeClr>
                  </a:solidFill>
                  <a:latin typeface="Times New Roman" panose="02020603050405020304" pitchFamily="18" charset="0"/>
                  <a:ea typeface="宋体" panose="02010600030101010101" pitchFamily="2" charset="-122"/>
                  <a:sym typeface="+mn-ea"/>
                </a:rPr>
                <a:t>结构              性质              用途</a:t>
              </a:r>
              <a:endParaRPr lang="zh-CN" altLang="en-US" sz="2500" b="1" kern="0" dirty="0" smtClean="0">
                <a:solidFill>
                  <a:schemeClr val="tx1">
                    <a:lumMod val="75000"/>
                    <a:lumOff val="25000"/>
                  </a:schemeClr>
                </a:solidFill>
                <a:latin typeface="Times New Roman" panose="02020603050405020304" pitchFamily="18" charset="0"/>
                <a:ea typeface="宋体" panose="02010600030101010101" pitchFamily="2" charset="-122"/>
                <a:sym typeface="+mn-ea"/>
              </a:endParaRPr>
            </a:p>
          </p:txBody>
        </p:sp>
        <p:grpSp>
          <p:nvGrpSpPr>
            <p:cNvPr id="7" name="组合 6"/>
            <p:cNvGrpSpPr/>
            <p:nvPr/>
          </p:nvGrpSpPr>
          <p:grpSpPr>
            <a:xfrm rot="0">
              <a:off x="6534" y="7763"/>
              <a:ext cx="1587" cy="124"/>
              <a:chOff x="6484" y="7721"/>
              <a:chExt cx="1361" cy="124"/>
            </a:xfrm>
          </p:grpSpPr>
          <p:cxnSp>
            <p:nvCxnSpPr>
              <p:cNvPr id="3" name="肘形连接符 2"/>
              <p:cNvCxnSpPr/>
              <p:nvPr>
                <p:custDataLst>
                  <p:tags r:id="rId7"/>
                </p:custDataLst>
              </p:nvPr>
            </p:nvCxnSpPr>
            <p:spPr>
              <a:xfrm rot="10800000" flipV="1">
                <a:off x="6484" y="7721"/>
                <a:ext cx="1361" cy="2"/>
              </a:xfrm>
              <a:prstGeom prst="bentConnector3">
                <a:avLst/>
              </a:prstGeom>
              <a:noFill/>
              <a:ln w="25400" cap="flat" cmpd="sng" algn="ctr">
                <a:solidFill>
                  <a:srgbClr val="3A4150"/>
                </a:solidFill>
                <a:prstDash val="solid"/>
                <a:miter lim="800000"/>
                <a:headEnd type="triangle" w="med" len="lg"/>
                <a:tailEnd type="none" w="lg" len="lg"/>
              </a:ln>
              <a:effectLst/>
            </p:spPr>
          </p:cxnSp>
          <p:cxnSp>
            <p:nvCxnSpPr>
              <p:cNvPr id="6" name="肘形连接符 5"/>
              <p:cNvCxnSpPr/>
              <p:nvPr>
                <p:custDataLst>
                  <p:tags r:id="rId8"/>
                </p:custDataLst>
              </p:nvPr>
            </p:nvCxnSpPr>
            <p:spPr>
              <a:xfrm rot="10800000" flipH="1" flipV="1">
                <a:off x="6484" y="7843"/>
                <a:ext cx="1361" cy="2"/>
              </a:xfrm>
              <a:prstGeom prst="bentConnector3">
                <a:avLst/>
              </a:prstGeom>
              <a:noFill/>
              <a:ln w="25400" cap="flat" cmpd="sng" algn="ctr">
                <a:solidFill>
                  <a:srgbClr val="3A4150"/>
                </a:solidFill>
                <a:prstDash val="solid"/>
                <a:miter lim="800000"/>
                <a:headEnd type="triangle" w="med" len="lg"/>
                <a:tailEnd type="none" w="lg" len="lg"/>
              </a:ln>
              <a:effectLst/>
            </p:spPr>
          </p:cxnSp>
        </p:grpSp>
        <p:grpSp>
          <p:nvGrpSpPr>
            <p:cNvPr id="8" name="组合 7"/>
            <p:cNvGrpSpPr/>
            <p:nvPr/>
          </p:nvGrpSpPr>
          <p:grpSpPr>
            <a:xfrm rot="0">
              <a:off x="9282" y="7781"/>
              <a:ext cx="1587" cy="124"/>
              <a:chOff x="6484" y="7721"/>
              <a:chExt cx="1361" cy="124"/>
            </a:xfrm>
          </p:grpSpPr>
          <p:cxnSp>
            <p:nvCxnSpPr>
              <p:cNvPr id="9" name="肘形连接符 8"/>
              <p:cNvCxnSpPr/>
              <p:nvPr>
                <p:custDataLst>
                  <p:tags r:id="rId9"/>
                </p:custDataLst>
              </p:nvPr>
            </p:nvCxnSpPr>
            <p:spPr>
              <a:xfrm rot="10800000" flipV="1">
                <a:off x="6484" y="7721"/>
                <a:ext cx="1361" cy="2"/>
              </a:xfrm>
              <a:prstGeom prst="bentConnector3">
                <a:avLst/>
              </a:prstGeom>
              <a:noFill/>
              <a:ln w="25400" cap="flat" cmpd="sng" algn="ctr">
                <a:solidFill>
                  <a:srgbClr val="3A4150"/>
                </a:solidFill>
                <a:prstDash val="solid"/>
                <a:miter lim="800000"/>
                <a:headEnd type="triangle" w="med" len="lg"/>
                <a:tailEnd type="none" w="lg" len="lg"/>
              </a:ln>
              <a:effectLst/>
            </p:spPr>
          </p:cxnSp>
          <p:cxnSp>
            <p:nvCxnSpPr>
              <p:cNvPr id="10" name="肘形连接符 9"/>
              <p:cNvCxnSpPr/>
              <p:nvPr>
                <p:custDataLst>
                  <p:tags r:id="rId10"/>
                </p:custDataLst>
              </p:nvPr>
            </p:nvCxnSpPr>
            <p:spPr>
              <a:xfrm rot="10800000" flipH="1" flipV="1">
                <a:off x="6484" y="7843"/>
                <a:ext cx="1361" cy="2"/>
              </a:xfrm>
              <a:prstGeom prst="bentConnector3">
                <a:avLst/>
              </a:prstGeom>
              <a:noFill/>
              <a:ln w="25400" cap="flat" cmpd="sng" algn="ctr">
                <a:solidFill>
                  <a:srgbClr val="3A4150"/>
                </a:solidFill>
                <a:prstDash val="solid"/>
                <a:miter lim="800000"/>
                <a:headEnd type="triangle" w="med" len="lg"/>
                <a:tailEnd type="none" w="lg" len="lg"/>
              </a:ln>
              <a:effectLst/>
            </p:spPr>
          </p:cxnSp>
        </p:grpSp>
      </p:grpSp>
      <p:sp>
        <p:nvSpPr>
          <p:cNvPr id="11" name="圆角矩形 10"/>
          <p:cNvSpPr/>
          <p:nvPr>
            <p:custDataLst>
              <p:tags r:id="rId11"/>
            </p:custDataLst>
          </p:nvPr>
        </p:nvSpPr>
        <p:spPr>
          <a:xfrm>
            <a:off x="3275330" y="4982210"/>
            <a:ext cx="895985" cy="476250"/>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200" b="1" kern="0" dirty="0" smtClean="0">
                <a:solidFill>
                  <a:schemeClr val="tx1">
                    <a:lumMod val="75000"/>
                    <a:lumOff val="25000"/>
                  </a:schemeClr>
                </a:solidFill>
                <a:uFillTx/>
                <a:latin typeface="Times New Roman" panose="02020603050405020304" pitchFamily="18" charset="0"/>
                <a:ea typeface="宋体" panose="02010600030101010101" pitchFamily="2" charset="-122"/>
                <a:sym typeface="+mn-ea"/>
              </a:rPr>
              <a:t>决定</a:t>
            </a:r>
            <a:endParaRPr lang="zh-CN" altLang="en-US" sz="2200" b="1" kern="0" dirty="0" smtClean="0">
              <a:solidFill>
                <a:schemeClr val="tx1">
                  <a:lumMod val="75000"/>
                  <a:lumOff val="25000"/>
                </a:schemeClr>
              </a:solidFill>
              <a:uFillTx/>
              <a:latin typeface="Times New Roman" panose="02020603050405020304" pitchFamily="18" charset="0"/>
              <a:ea typeface="宋体" panose="02010600030101010101" pitchFamily="2" charset="-122"/>
              <a:sym typeface="+mn-ea"/>
            </a:endParaRPr>
          </a:p>
        </p:txBody>
      </p:sp>
      <p:sp>
        <p:nvSpPr>
          <p:cNvPr id="13" name="圆角矩形 12"/>
          <p:cNvSpPr/>
          <p:nvPr>
            <p:custDataLst>
              <p:tags r:id="rId12"/>
            </p:custDataLst>
          </p:nvPr>
        </p:nvSpPr>
        <p:spPr>
          <a:xfrm>
            <a:off x="3275330" y="5422664"/>
            <a:ext cx="895985" cy="476721"/>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200" b="1" kern="0" dirty="0" smtClean="0">
                <a:solidFill>
                  <a:schemeClr val="tx1">
                    <a:lumMod val="75000"/>
                    <a:lumOff val="25000"/>
                  </a:schemeClr>
                </a:solidFill>
                <a:uFillTx/>
                <a:latin typeface="Times New Roman" panose="02020603050405020304" pitchFamily="18" charset="0"/>
                <a:ea typeface="宋体" panose="02010600030101010101" pitchFamily="2" charset="-122"/>
                <a:sym typeface="+mn-ea"/>
              </a:rPr>
              <a:t>反映</a:t>
            </a:r>
            <a:endParaRPr lang="zh-CN" altLang="en-US" sz="2200" b="1" kern="0" dirty="0" smtClean="0">
              <a:solidFill>
                <a:schemeClr val="tx1">
                  <a:lumMod val="75000"/>
                  <a:lumOff val="25000"/>
                </a:schemeClr>
              </a:solidFill>
              <a:uFillTx/>
              <a:latin typeface="Times New Roman" panose="02020603050405020304" pitchFamily="18" charset="0"/>
              <a:ea typeface="宋体" panose="02010600030101010101" pitchFamily="2" charset="-122"/>
              <a:sym typeface="+mn-ea"/>
            </a:endParaRPr>
          </a:p>
        </p:txBody>
      </p:sp>
      <p:sp>
        <p:nvSpPr>
          <p:cNvPr id="17" name="标题 4"/>
          <p:cNvSpPr>
            <a:spLocks noGrp="1"/>
          </p:cNvSpPr>
          <p:nvPr>
            <p:custDataLst>
              <p:tags r:id="rId13"/>
            </p:custDataLst>
          </p:nvPr>
        </p:nvSpPr>
        <p:spPr>
          <a:xfrm>
            <a:off x="725805" y="34739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
        <p:nvSpPr>
          <p:cNvPr id="18" name="文本框 17"/>
          <p:cNvSpPr txBox="1"/>
          <p:nvPr/>
        </p:nvSpPr>
        <p:spPr>
          <a:xfrm>
            <a:off x="4111625" y="2832735"/>
            <a:ext cx="1097280" cy="866140"/>
          </a:xfrm>
          <a:prstGeom prst="rect">
            <a:avLst/>
          </a:prstGeom>
          <a:noFill/>
        </p:spPr>
        <p:txBody>
          <a:bodyPr wrap="none" rtlCol="0" anchor="t">
            <a:spAutoFit/>
          </a:bodyPr>
          <a:p>
            <a:pPr algn="l"/>
            <a:r>
              <a:rPr sz="2400">
                <a:solidFill>
                  <a:srgbClr val="0E0EE4"/>
                </a:solidFill>
                <a:uFillTx/>
                <a:latin typeface="Times New Roman" panose="02020603050405020304" pitchFamily="18" charset="0"/>
                <a:sym typeface="Arial" panose="020B0604020202090204"/>
              </a:rPr>
              <a:t>可燃性</a:t>
            </a:r>
            <a:endParaRPr sz="2400">
              <a:solidFill>
                <a:srgbClr val="0E0EE4"/>
              </a:solidFill>
              <a:uFillTx/>
              <a:latin typeface="Times New Roman" panose="02020603050405020304" pitchFamily="18" charset="0"/>
              <a:sym typeface="Arial" panose="020B0604020202090204"/>
            </a:endParaRPr>
          </a:p>
          <a:p>
            <a:pPr algn="l">
              <a:lnSpc>
                <a:spcPct val="110000"/>
              </a:lnSpc>
              <a:spcBef>
                <a:spcPts val="0"/>
              </a:spcBef>
              <a:spcAft>
                <a:spcPts val="0"/>
              </a:spcAft>
            </a:pPr>
            <a:r>
              <a:rPr sz="2400">
                <a:solidFill>
                  <a:srgbClr val="0E0EE4"/>
                </a:solidFill>
                <a:uFillTx/>
                <a:latin typeface="Times New Roman" panose="02020603050405020304" pitchFamily="18" charset="0"/>
              </a:rPr>
              <a:t>还原性</a:t>
            </a:r>
            <a:endParaRPr sz="2400">
              <a:solidFill>
                <a:srgbClr val="0E0EE4"/>
              </a:solidFill>
              <a:uFillTx/>
              <a:latin typeface="Times New Roman" panose="02020603050405020304" pitchFamily="18" charset="0"/>
            </a:endParaRPr>
          </a:p>
        </p:txBody>
      </p:sp>
    </p:spTree>
    <p:custDataLst>
      <p:tags r:id="rId1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blinds(horizontal)">
                                      <p:cBhvr>
                                        <p:cTn id="12" dur="500"/>
                                        <p:tgtEl>
                                          <p:spTgt spid="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linds(horizont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
                                            <p:txEl>
                                              <p:pRg st="1" end="1"/>
                                            </p:txEl>
                                          </p:spTgt>
                                        </p:tgtEl>
                                        <p:attrNameLst>
                                          <p:attrName>style.visibility</p:attrName>
                                        </p:attrNameLst>
                                      </p:cBhvr>
                                      <p:to>
                                        <p:strVal val="visible"/>
                                      </p:to>
                                    </p:set>
                                    <p:animEffect transition="in" filter="blinds(horizontal)">
                                      <p:cBhvr>
                                        <p:cTn id="22" dur="500"/>
                                        <p:tgtEl>
                                          <p:spTgt spid="1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blinds(horizontal)">
                                      <p:cBhvr>
                                        <p:cTn id="27" dur="500"/>
                                        <p:tgtEl>
                                          <p:spTgt spid="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Effect transition="in" filter="blinds(horizontal)">
                                      <p:cBhvr>
                                        <p:cTn id="32" dur="500"/>
                                        <p:tgtEl>
                                          <p:spTgt spid="2">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animEffect transition="in" filter="blinds(horizontal)">
                                      <p:cBhvr>
                                        <p:cTn id="37" dur="500"/>
                                        <p:tgtEl>
                                          <p:spTgt spid="2">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xEl>
                                              <p:pRg st="3" end="3"/>
                                            </p:txEl>
                                          </p:spTgt>
                                        </p:tgtEl>
                                        <p:attrNameLst>
                                          <p:attrName>style.visibility</p:attrName>
                                        </p:attrNameLst>
                                      </p:cBhvr>
                                      <p:to>
                                        <p:strVal val="visible"/>
                                      </p:to>
                                    </p:set>
                                    <p:animEffect transition="in" filter="blinds(horizontal)">
                                      <p:cBhvr>
                                        <p:cTn id="42" dur="500"/>
                                        <p:tgtEl>
                                          <p:spTgt spid="2">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
                                            <p:txEl>
                                              <p:pRg st="4" end="4"/>
                                            </p:txEl>
                                          </p:spTgt>
                                        </p:tgtEl>
                                        <p:attrNameLst>
                                          <p:attrName>style.visibility</p:attrName>
                                        </p:attrNameLst>
                                      </p:cBhvr>
                                      <p:to>
                                        <p:strVal val="visible"/>
                                      </p:to>
                                    </p:set>
                                    <p:animEffect transition="in" filter="blinds(horizontal)">
                                      <p:cBhvr>
                                        <p:cTn id="47" dur="500"/>
                                        <p:tgtEl>
                                          <p:spTgt spid="5">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blinds(horizontal)">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blinds(horizontal)">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blinds(horizontal)">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blinds(horizontal)">
                                      <p:cBhvr>
                                        <p:cTn id="67" dur="5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blinds(horizontal)">
                                      <p:cBhvr>
                                        <p:cTn id="7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1169670" y="1111885"/>
            <a:ext cx="9981565" cy="454469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50000"/>
              </a:lnSpc>
              <a:spcBef>
                <a:spcPts val="0"/>
              </a:spcBef>
              <a:spcAft>
                <a:spcPts val="0"/>
              </a:spcAft>
              <a:buClrTx/>
              <a:buSzTx/>
              <a:buFontTx/>
              <a:buNone/>
            </a:pPr>
            <a:r>
              <a:rPr kumimoji="0" lang="zh-CN" sz="2500" b="1" i="0">
                <a:ln>
                  <a:noFill/>
                </a:ln>
                <a:solidFill>
                  <a:srgbClr val="0E0EE4"/>
                </a:solidFill>
                <a:effectLst/>
                <a:uFillTx/>
                <a:latin typeface="幼圆" panose="02010509060101010101" charset="-122"/>
                <a:ea typeface="幼圆" panose="02010509060101010101" charset="-122"/>
                <a:cs typeface="Times New Roman" panose="02020603050405020304" pitchFamily="18" charset="0"/>
                <a:sym typeface="Arial" panose="020B0604020202090204"/>
              </a:rPr>
              <a:t>例</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2020·重庆</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碳及其部分化合物的转化关系如图所示，其中X、Y表</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示转化中的另一种反应物。下列说法错误的是</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A.X可以是单质或氧化物</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500" b="1">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B.Y可以是CaC</a:t>
            </a:r>
            <a:r>
              <a:rPr lang="en-US" sz="2500" b="1">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l</a:t>
            </a:r>
            <a:r>
              <a:rPr lang="en-US" sz="2500" b="1" baseline="-25000">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sz="2500" b="1">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kumimoji="0" sz="2500" b="1" i="0">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C</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反应①中CO一定发生了氧化反应</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D.打开碳酸饮料瓶盖时会发生反应②</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7" name="标题 4"/>
          <p:cNvSpPr>
            <a:spLocks noGrp="1"/>
          </p:cNvSpPr>
          <p:nvPr>
            <p:custDataLst>
              <p:tags r:id="rId2"/>
            </p:custDataLst>
          </p:nvPr>
        </p:nvSpPr>
        <p:spPr>
          <a:xfrm>
            <a:off x="1187450" y="453438"/>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→范例剖析</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grpSp>
        <p:nvGrpSpPr>
          <p:cNvPr id="4" name="组合 3"/>
          <p:cNvGrpSpPr/>
          <p:nvPr/>
        </p:nvGrpSpPr>
        <p:grpSpPr>
          <a:xfrm>
            <a:off x="5474970" y="2903220"/>
            <a:ext cx="880745" cy="509270"/>
            <a:chOff x="8622" y="4572"/>
            <a:chExt cx="1387" cy="802"/>
          </a:xfrm>
        </p:grpSpPr>
        <p:sp>
          <p:nvSpPr>
            <p:cNvPr id="12" name="圆角矩形 11"/>
            <p:cNvSpPr/>
            <p:nvPr>
              <p:custDataLst>
                <p:tags r:id="rId3"/>
              </p:custDataLst>
            </p:nvPr>
          </p:nvSpPr>
          <p:spPr>
            <a:xfrm>
              <a:off x="8622" y="4572"/>
              <a:ext cx="737" cy="803"/>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en-US" altLang="zh-CN" sz="2400" b="1" kern="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rPr>
                <a:t>C</a:t>
              </a:r>
              <a:endParaRPr lang="en-US" altLang="zh-CN" sz="2400" b="1" kern="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p:txBody>
        </p:sp>
        <p:cxnSp>
          <p:nvCxnSpPr>
            <p:cNvPr id="2" name="肘形连接符 1"/>
            <p:cNvCxnSpPr/>
            <p:nvPr>
              <p:custDataLst>
                <p:tags r:id="rId4"/>
              </p:custDataLst>
            </p:nvPr>
          </p:nvCxnSpPr>
          <p:spPr>
            <a:xfrm rot="10800000" flipV="1">
              <a:off x="9273" y="4973"/>
              <a:ext cx="737" cy="2"/>
            </a:xfrm>
            <a:prstGeom prst="bentConnector3">
              <a:avLst/>
            </a:prstGeom>
            <a:noFill/>
            <a:ln w="15875" cap="flat" cmpd="sng" algn="ctr">
              <a:solidFill>
                <a:srgbClr val="3A4150"/>
              </a:solidFill>
              <a:prstDash val="solid"/>
              <a:miter lim="800000"/>
              <a:headEnd type="triangle" w="lg" len="lg"/>
              <a:tailEnd type="none" w="lg" len="lg"/>
            </a:ln>
            <a:effectLst/>
          </p:spPr>
        </p:cxnSp>
      </p:grpSp>
      <p:grpSp>
        <p:nvGrpSpPr>
          <p:cNvPr id="6" name="组合 5"/>
          <p:cNvGrpSpPr/>
          <p:nvPr/>
        </p:nvGrpSpPr>
        <p:grpSpPr>
          <a:xfrm>
            <a:off x="6302375" y="2907030"/>
            <a:ext cx="1064895" cy="512445"/>
            <a:chOff x="8717" y="4570"/>
            <a:chExt cx="1677" cy="807"/>
          </a:xfrm>
        </p:grpSpPr>
        <p:sp>
          <p:nvSpPr>
            <p:cNvPr id="7" name="圆角矩形 6"/>
            <p:cNvSpPr/>
            <p:nvPr>
              <p:custDataLst>
                <p:tags r:id="rId5"/>
              </p:custDataLst>
            </p:nvPr>
          </p:nvSpPr>
          <p:spPr>
            <a:xfrm>
              <a:off x="8717" y="4570"/>
              <a:ext cx="1191" cy="807"/>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en-US" altLang="zh-CN" sz="2400" b="1" kern="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rPr>
                <a:t>CO</a:t>
              </a:r>
              <a:endParaRPr lang="en-US" altLang="zh-CN" sz="2400" b="1" kern="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p:txBody>
        </p:sp>
        <p:cxnSp>
          <p:nvCxnSpPr>
            <p:cNvPr id="8" name="肘形连接符 7"/>
            <p:cNvCxnSpPr/>
            <p:nvPr>
              <p:custDataLst>
                <p:tags r:id="rId6"/>
              </p:custDataLst>
            </p:nvPr>
          </p:nvCxnSpPr>
          <p:spPr>
            <a:xfrm rot="10800000" flipV="1">
              <a:off x="9657" y="4973"/>
              <a:ext cx="737" cy="2"/>
            </a:xfrm>
            <a:prstGeom prst="bentConnector3">
              <a:avLst/>
            </a:prstGeom>
            <a:noFill/>
            <a:ln w="15875" cap="flat" cmpd="sng" algn="ctr">
              <a:solidFill>
                <a:srgbClr val="3A4150"/>
              </a:solidFill>
              <a:prstDash val="solid"/>
              <a:miter lim="800000"/>
              <a:headEnd type="triangle" w="lg" len="lg"/>
              <a:tailEnd type="none" w="lg" len="lg"/>
            </a:ln>
            <a:effectLst/>
          </p:spPr>
        </p:cxnSp>
      </p:grpSp>
      <p:grpSp>
        <p:nvGrpSpPr>
          <p:cNvPr id="9" name="组合 8"/>
          <p:cNvGrpSpPr/>
          <p:nvPr/>
        </p:nvGrpSpPr>
        <p:grpSpPr>
          <a:xfrm>
            <a:off x="7260590" y="2900045"/>
            <a:ext cx="1186815" cy="512445"/>
            <a:chOff x="8717" y="4569"/>
            <a:chExt cx="1869" cy="807"/>
          </a:xfrm>
        </p:grpSpPr>
        <p:sp>
          <p:nvSpPr>
            <p:cNvPr id="10" name="圆角矩形 9"/>
            <p:cNvSpPr/>
            <p:nvPr>
              <p:custDataLst>
                <p:tags r:id="rId7"/>
              </p:custDataLst>
            </p:nvPr>
          </p:nvSpPr>
          <p:spPr>
            <a:xfrm>
              <a:off x="8717" y="4569"/>
              <a:ext cx="1304" cy="807"/>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en-US" altLang="zh-CN" sz="2400" b="1" kern="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rPr>
                <a:t>CO</a:t>
              </a:r>
              <a:r>
                <a:rPr lang="en-US" altLang="zh-CN" sz="2400" b="1" kern="0" baseline="-2500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rPr>
                <a:t>2</a:t>
              </a:r>
              <a:endParaRPr lang="en-US" altLang="zh-CN" sz="2400" b="1" kern="0" baseline="-2500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p:txBody>
        </p:sp>
        <p:cxnSp>
          <p:nvCxnSpPr>
            <p:cNvPr id="11" name="肘形连接符 10"/>
            <p:cNvCxnSpPr/>
            <p:nvPr>
              <p:custDataLst>
                <p:tags r:id="rId8"/>
              </p:custDataLst>
            </p:nvPr>
          </p:nvCxnSpPr>
          <p:spPr>
            <a:xfrm rot="10800000" flipV="1">
              <a:off x="9849" y="4973"/>
              <a:ext cx="737" cy="2"/>
            </a:xfrm>
            <a:prstGeom prst="bentConnector3">
              <a:avLst/>
            </a:prstGeom>
            <a:noFill/>
            <a:ln w="15875" cap="flat" cmpd="sng" algn="ctr">
              <a:solidFill>
                <a:srgbClr val="3A4150"/>
              </a:solidFill>
              <a:prstDash val="solid"/>
              <a:miter lim="800000"/>
              <a:headEnd type="triangle" w="lg" len="lg"/>
              <a:tailEnd type="none" w="lg" len="lg"/>
            </a:ln>
            <a:effectLst/>
          </p:spPr>
        </p:cxnSp>
      </p:grpSp>
      <p:sp>
        <p:nvSpPr>
          <p:cNvPr id="13" name="圆角矩形 12"/>
          <p:cNvSpPr/>
          <p:nvPr>
            <p:custDataLst>
              <p:tags r:id="rId9"/>
            </p:custDataLst>
          </p:nvPr>
        </p:nvSpPr>
        <p:spPr>
          <a:xfrm>
            <a:off x="8340725" y="2897842"/>
            <a:ext cx="1245235" cy="516217"/>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en-US" altLang="zh-CN" sz="2400" b="1" kern="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rPr>
              <a:t>CaCO</a:t>
            </a:r>
            <a:r>
              <a:rPr lang="en-US" altLang="zh-CN" sz="2400" b="1" kern="0" baseline="-2500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rPr>
              <a:t>3</a:t>
            </a:r>
            <a:endParaRPr lang="en-US" altLang="zh-CN" sz="2400" b="1" kern="0" baseline="-2500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p:txBody>
      </p:sp>
      <p:sp>
        <p:nvSpPr>
          <p:cNvPr id="14" name="圆角矩形 13"/>
          <p:cNvSpPr/>
          <p:nvPr>
            <p:custDataLst>
              <p:tags r:id="rId10"/>
            </p:custDataLst>
          </p:nvPr>
        </p:nvSpPr>
        <p:spPr>
          <a:xfrm>
            <a:off x="7019290" y="3659681"/>
            <a:ext cx="1152000" cy="510189"/>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ctr">
              <a:lnSpc>
                <a:spcPct val="100000"/>
              </a:lnSpc>
            </a:pPr>
            <a:r>
              <a:rPr lang="en-US" altLang="zh-CN" sz="2400" b="1" kern="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rPr>
              <a:t>H</a:t>
            </a:r>
            <a:r>
              <a:rPr lang="en-US" altLang="zh-CN" sz="2400" b="1" kern="0" baseline="-2500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rPr>
              <a:t>2</a:t>
            </a:r>
            <a:r>
              <a:rPr lang="en-US" altLang="zh-CN" sz="2400" b="1" kern="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rPr>
              <a:t>CO</a:t>
            </a:r>
            <a:r>
              <a:rPr lang="en-US" altLang="zh-CN" sz="2400" b="1" kern="0" baseline="-2500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rPr>
              <a:t>3</a:t>
            </a:r>
            <a:endParaRPr lang="en-US" altLang="zh-CN" sz="2400" b="1" kern="0" baseline="-2500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p:txBody>
      </p:sp>
      <p:cxnSp>
        <p:nvCxnSpPr>
          <p:cNvPr id="15" name="肘形连接符 14"/>
          <p:cNvCxnSpPr/>
          <p:nvPr>
            <p:custDataLst>
              <p:tags r:id="rId11"/>
            </p:custDataLst>
          </p:nvPr>
        </p:nvCxnSpPr>
        <p:spPr>
          <a:xfrm rot="5400000" flipV="1">
            <a:off x="7374890" y="3512185"/>
            <a:ext cx="467995" cy="1270"/>
          </a:xfrm>
          <a:prstGeom prst="bentConnector3">
            <a:avLst/>
          </a:prstGeom>
          <a:noFill/>
          <a:ln w="15875" cap="flat" cmpd="sng" algn="ctr">
            <a:solidFill>
              <a:srgbClr val="3A4150"/>
            </a:solidFill>
            <a:prstDash val="solid"/>
            <a:miter lim="800000"/>
            <a:headEnd type="triangle" w="lg" len="lg"/>
            <a:tailEnd type="none" w="lg" len="lg"/>
          </a:ln>
          <a:effectLst/>
        </p:spPr>
      </p:cxnSp>
      <p:sp>
        <p:nvSpPr>
          <p:cNvPr id="16" name="圆角矩形 15"/>
          <p:cNvSpPr/>
          <p:nvPr>
            <p:custDataLst>
              <p:tags r:id="rId12"/>
            </p:custDataLst>
          </p:nvPr>
        </p:nvSpPr>
        <p:spPr>
          <a:xfrm>
            <a:off x="5869305" y="2750820"/>
            <a:ext cx="2520000" cy="510185"/>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t" anchorCtr="0">
            <a:spAutoFit/>
          </a:bodyPr>
          <a:p>
            <a:pPr algn="l">
              <a:lnSpc>
                <a:spcPct val="100000"/>
              </a:lnSpc>
            </a:pPr>
            <a:r>
              <a:rPr lang="en-US" altLang="zh-CN" sz="2400" b="1" kern="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rPr>
              <a:t>X                        Y</a:t>
            </a:r>
            <a:endParaRPr lang="en-US" altLang="zh-CN" sz="2400" b="1" kern="0" baseline="-25000" dirty="0" smtClean="0">
              <a:solidFill>
                <a:schemeClr val="tx1">
                  <a:lumMod val="85000"/>
                  <a:lumOff val="15000"/>
                </a:schemeClr>
              </a:solidFill>
              <a:uFillTx/>
              <a:latin typeface="Times New Roman" panose="02020603050405020304" pitchFamily="18" charset="0"/>
              <a:ea typeface="宋体" panose="02010600030101010101" pitchFamily="2" charset="-122"/>
              <a:sym typeface="+mn-ea"/>
            </a:endParaRPr>
          </a:p>
        </p:txBody>
      </p:sp>
      <p:sp>
        <p:nvSpPr>
          <p:cNvPr id="18" name="圆角矩形 17"/>
          <p:cNvSpPr/>
          <p:nvPr>
            <p:custDataLst>
              <p:tags r:id="rId13"/>
            </p:custDataLst>
          </p:nvPr>
        </p:nvSpPr>
        <p:spPr>
          <a:xfrm>
            <a:off x="6798310" y="3104693"/>
            <a:ext cx="540000" cy="510185"/>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t" anchorCtr="0">
            <a:spAutoFit/>
          </a:bodyPr>
          <a:p>
            <a:pPr algn="l">
              <a:lnSpc>
                <a:spcPct val="100000"/>
              </a:lnSpc>
            </a:pPr>
            <a:r>
              <a:rPr lang="en-US" altLang="zh-CN" sz="2400" b="1" kern="0" dirty="0" smtClean="0">
                <a:solidFill>
                  <a:schemeClr val="tx1">
                    <a:lumMod val="85000"/>
                    <a:lumOff val="15000"/>
                  </a:schemeClr>
                </a:solidFill>
                <a:uFillTx/>
                <a:latin typeface="Calibri" panose="020F0502020204030204" charset="0"/>
                <a:ea typeface="宋体" panose="02010600030101010101" pitchFamily="2" charset="-122"/>
                <a:sym typeface="+mn-ea"/>
              </a:rPr>
              <a:t>①</a:t>
            </a:r>
            <a:endParaRPr lang="en-US" altLang="zh-CN" sz="2400" b="1" kern="0" baseline="-25000" dirty="0" smtClean="0">
              <a:solidFill>
                <a:schemeClr val="tx1">
                  <a:lumMod val="85000"/>
                  <a:lumOff val="15000"/>
                </a:schemeClr>
              </a:solidFill>
              <a:uFillTx/>
              <a:latin typeface="Calibri" panose="020F0502020204030204" charset="0"/>
              <a:ea typeface="宋体" panose="02010600030101010101" pitchFamily="2" charset="-122"/>
              <a:sym typeface="+mn-ea"/>
            </a:endParaRPr>
          </a:p>
        </p:txBody>
      </p:sp>
      <p:sp>
        <p:nvSpPr>
          <p:cNvPr id="19" name="圆角矩形 18"/>
          <p:cNvSpPr/>
          <p:nvPr>
            <p:custDataLst>
              <p:tags r:id="rId14"/>
            </p:custDataLst>
          </p:nvPr>
        </p:nvSpPr>
        <p:spPr>
          <a:xfrm>
            <a:off x="7516495" y="3328848"/>
            <a:ext cx="540000" cy="510185"/>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t" anchorCtr="0">
            <a:spAutoFit/>
          </a:bodyPr>
          <a:p>
            <a:pPr algn="l">
              <a:lnSpc>
                <a:spcPct val="100000"/>
              </a:lnSpc>
            </a:pPr>
            <a:r>
              <a:rPr lang="en-US" altLang="zh-CN" sz="2400" b="1" kern="0" dirty="0" smtClean="0">
                <a:solidFill>
                  <a:schemeClr val="tx1">
                    <a:lumMod val="85000"/>
                    <a:lumOff val="15000"/>
                  </a:schemeClr>
                </a:solidFill>
                <a:uFillTx/>
                <a:latin typeface="Calibri" panose="020F0502020204030204" charset="0"/>
                <a:ea typeface="宋体" panose="02010600030101010101" pitchFamily="2" charset="-122"/>
                <a:sym typeface="+mn-ea"/>
              </a:rPr>
              <a:t>②</a:t>
            </a:r>
            <a:endParaRPr lang="en-US" altLang="zh-CN" sz="2400" b="1" kern="0" baseline="-25000" dirty="0" smtClean="0">
              <a:solidFill>
                <a:schemeClr val="tx1">
                  <a:lumMod val="85000"/>
                  <a:lumOff val="15000"/>
                </a:schemeClr>
              </a:solidFill>
              <a:uFillTx/>
              <a:latin typeface="Calibri" panose="020F0502020204030204" charset="0"/>
              <a:ea typeface="宋体" panose="02010600030101010101" pitchFamily="2" charset="-122"/>
              <a:sym typeface="+mn-ea"/>
            </a:endParaRPr>
          </a:p>
        </p:txBody>
      </p:sp>
    </p:spTree>
    <p:custDataLst>
      <p:tags r:id="rId15"/>
    </p:custData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759460" y="898525"/>
            <a:ext cx="10754995" cy="496824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8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202</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0</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·南通</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低碳生活减少了二氧化碳的排放。下列说法正确的是</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A.实验室用NaC</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l</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溶液检验CO</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B</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过量排放二氧化碳会造成温室效应</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C</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燃煤发电比太阳</a:t>
            </a:r>
            <a:r>
              <a:rPr kumimoji="0" lang="zh-CN"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能</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发电更利于减少二氧化碳的排放 </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D.CO</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通入滴有紫色石</a:t>
            </a:r>
            <a:r>
              <a:rPr kumimoji="0" lang="zh-CN"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蕊</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试液的</a:t>
            </a:r>
            <a:r>
              <a:rPr kumimoji="0" lang="zh-CN"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蒸馏水</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中，溶液颜色变蓝</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2020·沈阳</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下</a:t>
            </a:r>
            <a:r>
              <a:rPr kumimoji="0" lang="zh-CN"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列</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物质能用于</a:t>
            </a:r>
            <a:r>
              <a:rPr kumimoji="0" lang="zh-CN"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除</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去水中异味和色素的是</a:t>
            </a:r>
            <a:r>
              <a:rPr lang="en-US" sz="25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lang="en-US" sz="25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A.明</a:t>
            </a:r>
            <a:r>
              <a:rPr kumimoji="0" lang="zh-CN"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矾</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B.</a:t>
            </a:r>
            <a:r>
              <a:rPr kumimoji="0" lang="zh-CN" alt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活性炭                    </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C.石子                       D.细沙</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7" name="标题 4"/>
          <p:cNvSpPr>
            <a:spLocks noGrp="1"/>
          </p:cNvSpPr>
          <p:nvPr>
            <p:custDataLst>
              <p:tags r:id="rId2"/>
            </p:custDataLst>
          </p:nvPr>
        </p:nvSpPr>
        <p:spPr>
          <a:xfrm>
            <a:off x="759460" y="26738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→达标训练</a:t>
            </a:r>
            <a:endPar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1007110" y="1080135"/>
            <a:ext cx="10255885" cy="473710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2020·云南</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对比是学习化学的重要方法。下列关于CO</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与CO的比较中错误的是</a:t>
            </a:r>
            <a:r>
              <a:rPr lang="en-US" sz="25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lang="en-US" sz="25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可用于灭</a:t>
            </a:r>
            <a:r>
              <a:rPr kumimoji="0" lang="zh-CN"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火</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O可用作燃料 </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B</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CO</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能溶于水，CO难溶于水</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C.CO</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可用于光合作用，</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CO可用于人工降雨</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D</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CO</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会造成温</a:t>
            </a:r>
            <a:r>
              <a:rPr kumimoji="0" lang="zh-CN"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室</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效应，</a:t>
            </a:r>
            <a:r>
              <a:rPr kumimoji="0" lang="en-US" sz="2500" b="1" i="0">
                <a:ln>
                  <a:noFill/>
                </a:ln>
                <a:gradFill>
                  <a:gsLst>
                    <a:gs pos="0">
                      <a:srgbClr val="E30000"/>
                    </a:gs>
                    <a:gs pos="100000">
                      <a:srgbClr val="760303"/>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CO</a:t>
            </a:r>
            <a:r>
              <a:rPr kumimoji="0" sz="2500" b="1" i="0">
                <a:ln>
                  <a:noFill/>
                </a:ln>
                <a:gradFill>
                  <a:gsLst>
                    <a:gs pos="0">
                      <a:srgbClr val="E30000"/>
                    </a:gs>
                    <a:gs pos="100000">
                      <a:srgbClr val="760303"/>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易与血液中的血红蛋白结合引起中毒</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7" name="标题 4"/>
          <p:cNvSpPr>
            <a:spLocks noGrp="1"/>
          </p:cNvSpPr>
          <p:nvPr>
            <p:custDataLst>
              <p:tags r:id="rId2"/>
            </p:custDataLst>
          </p:nvPr>
        </p:nvSpPr>
        <p:spPr>
          <a:xfrm>
            <a:off x="1007110" y="44899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→达标训练</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94360" y="948055"/>
            <a:ext cx="10971530" cy="516064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2020·东营</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氧循环和碳循环是自然界中的重要循环。分析如图所示的两种循</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环，其中错误的是</a:t>
            </a:r>
            <a:r>
              <a:rPr lang="en-US" sz="25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A.氧气只有通过燃烧才能参与碳循环</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B</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碳循环和氧循环过程中均发生了化</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学反应 </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C</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通过减少化石燃料的使用和大力植</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树造林以控制二氧化碳的排放量</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D.碳循环和氧循环有利于维持自然界中氧气和二氧化碳含量的相对稳定</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7" name="标题 4"/>
          <p:cNvSpPr>
            <a:spLocks noGrp="1"/>
          </p:cNvSpPr>
          <p:nvPr>
            <p:custDataLst>
              <p:tags r:id="rId2"/>
            </p:custDataLst>
          </p:nvPr>
        </p:nvSpPr>
        <p:spPr>
          <a:xfrm>
            <a:off x="594360" y="31691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→达标训练</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grpSp>
        <p:nvGrpSpPr>
          <p:cNvPr id="16" name="组合 15"/>
          <p:cNvGrpSpPr/>
          <p:nvPr/>
        </p:nvGrpSpPr>
        <p:grpSpPr>
          <a:xfrm>
            <a:off x="6505575" y="1619885"/>
            <a:ext cx="4827270" cy="3420110"/>
            <a:chOff x="10245" y="2551"/>
            <a:chExt cx="7602" cy="5386"/>
          </a:xfrm>
        </p:grpSpPr>
        <p:pic>
          <p:nvPicPr>
            <p:cNvPr id="2" name="图片 1" descr="360截图16860710274671"/>
            <p:cNvPicPr>
              <a:picLocks noChangeAspect="1"/>
            </p:cNvPicPr>
            <p:nvPr>
              <p:custDataLst>
                <p:tags r:id="rId3"/>
              </p:custDataLst>
            </p:nvPr>
          </p:nvPicPr>
          <p:blipFill>
            <a:blip r:embed="rId4"/>
            <a:stretch>
              <a:fillRect/>
            </a:stretch>
          </p:blipFill>
          <p:spPr>
            <a:xfrm>
              <a:off x="10245" y="2551"/>
              <a:ext cx="7602" cy="5386"/>
            </a:xfrm>
            <a:prstGeom prst="rect">
              <a:avLst/>
            </a:prstGeom>
          </p:spPr>
        </p:pic>
        <p:sp>
          <p:nvSpPr>
            <p:cNvPr id="3" name="文本框 2"/>
            <p:cNvSpPr txBox="1"/>
            <p:nvPr/>
          </p:nvSpPr>
          <p:spPr>
            <a:xfrm>
              <a:off x="14257" y="7127"/>
              <a:ext cx="1896" cy="628"/>
            </a:xfrm>
            <a:prstGeom prst="rect">
              <a:avLst/>
            </a:prstGeom>
            <a:solidFill>
              <a:schemeClr val="bg1"/>
            </a:solidFill>
          </p:spPr>
          <p:txBody>
            <a:bodyPr wrap="none" rtlCol="0" anchor="t">
              <a:spAutoFit/>
            </a:bodyPr>
            <a:p>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化石燃料</a:t>
              </a:r>
              <a:endParaRPr lang="zh-CN" altLang="en-US" sz="2000"/>
            </a:p>
          </p:txBody>
        </p:sp>
        <p:sp>
          <p:nvSpPr>
            <p:cNvPr id="4" name="文本框 3"/>
            <p:cNvSpPr txBox="1"/>
            <p:nvPr/>
          </p:nvSpPr>
          <p:spPr>
            <a:xfrm>
              <a:off x="12580" y="2995"/>
              <a:ext cx="3351" cy="484"/>
            </a:xfrm>
            <a:prstGeom prst="rect">
              <a:avLst/>
            </a:prstGeom>
            <a:solidFill>
              <a:schemeClr val="bg1"/>
            </a:solidFill>
          </p:spPr>
          <p:txBody>
            <a:bodyPr wrap="none" lIns="0" tIns="0" rIns="107950" bIns="0" rtlCol="0" anchor="ctr" anchorCtr="1">
              <a:spAutoFit/>
            </a:bodyPr>
            <a:p>
              <a:pPr marL="0" marR="0" indent="0" algn="ctr" defTabSz="914400" rtl="0" fontAlgn="auto" latinLnBrk="1">
                <a:lnSpc>
                  <a:spcPct val="100000"/>
                </a:lnSpc>
                <a:spcBef>
                  <a:spcPts val="0"/>
                </a:spcBef>
                <a:spcAft>
                  <a:spcPts val="0"/>
                </a:spcAft>
                <a:buClrTx/>
                <a:buSzTx/>
                <a:buFontTx/>
                <a:buNone/>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大气中的</a:t>
              </a: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和CO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lang="en-US" alt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6" name="文本框 5"/>
            <p:cNvSpPr txBox="1"/>
            <p:nvPr/>
          </p:nvSpPr>
          <p:spPr>
            <a:xfrm>
              <a:off x="12580" y="6308"/>
              <a:ext cx="1061" cy="556"/>
            </a:xfrm>
            <a:prstGeom prst="rect">
              <a:avLst/>
            </a:prstGeom>
            <a:solidFill>
              <a:schemeClr val="bg1"/>
            </a:solidFill>
          </p:spPr>
          <p:txBody>
            <a:bodyPr wrap="none" lIns="71755" tIns="0" rtlCol="0" anchor="t">
              <a:spAutoFit/>
            </a:bodyPr>
            <a:p>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动物</a:t>
              </a:r>
              <a:endParaRPr lang="zh-CN" altLang="en-US" sz="2000"/>
            </a:p>
          </p:txBody>
        </p:sp>
        <p:sp>
          <p:nvSpPr>
            <p:cNvPr id="7" name="文本框 6"/>
            <p:cNvSpPr txBox="1"/>
            <p:nvPr/>
          </p:nvSpPr>
          <p:spPr>
            <a:xfrm>
              <a:off x="16786" y="6441"/>
              <a:ext cx="948" cy="556"/>
            </a:xfrm>
            <a:prstGeom prst="rect">
              <a:avLst/>
            </a:prstGeom>
            <a:solidFill>
              <a:schemeClr val="bg1"/>
            </a:solidFill>
          </p:spPr>
          <p:txBody>
            <a:bodyPr wrap="none" lIns="0" tIns="0" rtlCol="0" anchor="t">
              <a:spAutoFit/>
            </a:bodyPr>
            <a:p>
              <a:pPr algn="l"/>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植物</a:t>
              </a:r>
              <a:endParaRPr lang="zh-CN" altLang="en-US" sz="2000"/>
            </a:p>
          </p:txBody>
        </p:sp>
        <p:sp>
          <p:nvSpPr>
            <p:cNvPr id="8" name="文本框 7"/>
            <p:cNvSpPr txBox="1"/>
            <p:nvPr/>
          </p:nvSpPr>
          <p:spPr>
            <a:xfrm>
              <a:off x="10580" y="6283"/>
              <a:ext cx="1030" cy="556"/>
            </a:xfrm>
            <a:prstGeom prst="rect">
              <a:avLst/>
            </a:prstGeom>
            <a:solidFill>
              <a:schemeClr val="bg1"/>
            </a:solidFill>
          </p:spPr>
          <p:txBody>
            <a:bodyPr wrap="none" lIns="71755" tIns="0" rIns="71755" rtlCol="0" anchor="t">
              <a:spAutoFit/>
            </a:bodyPr>
            <a:p>
              <a:pPr algn="l"/>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汽车</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9" name="文本框 8"/>
            <p:cNvSpPr txBox="1"/>
            <p:nvPr/>
          </p:nvSpPr>
          <p:spPr>
            <a:xfrm>
              <a:off x="10580" y="4906"/>
              <a:ext cx="515" cy="1041"/>
            </a:xfrm>
            <a:prstGeom prst="rect">
              <a:avLst/>
            </a:prstGeom>
            <a:solidFill>
              <a:schemeClr val="bg1"/>
            </a:solidFill>
          </p:spPr>
          <p:txBody>
            <a:bodyPr wrap="none" lIns="71755" tIns="0" rIns="0" rtlCol="0" anchor="t">
              <a:spAutoFit/>
            </a:bodyPr>
            <a:p>
              <a:pPr algn="l"/>
              <a:r>
                <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工</a:t>
              </a:r>
              <a:endPar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r>
                <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厂</a:t>
              </a:r>
              <a:endPar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0" name="文本框 9"/>
            <p:cNvSpPr txBox="1"/>
            <p:nvPr/>
          </p:nvSpPr>
          <p:spPr>
            <a:xfrm>
              <a:off x="10833" y="3785"/>
              <a:ext cx="572" cy="484"/>
            </a:xfrm>
            <a:prstGeom prst="rect">
              <a:avLst/>
            </a:prstGeom>
            <a:solidFill>
              <a:schemeClr val="bg1"/>
            </a:solidFill>
          </p:spPr>
          <p:txBody>
            <a:bodyPr wrap="none" lIns="107950" tIns="0" rIns="0" bIns="0" rtlCol="0" anchor="t">
              <a:spAutoFit/>
            </a:bodyPr>
            <a:p>
              <a:pPr algn="l"/>
              <a:r>
                <a:rPr sz="2000" b="1">
                  <a:ln>
                    <a:noFill/>
                  </a:ln>
                  <a:effectLst/>
                  <a:uFillTx/>
                  <a:latin typeface="Calibri" panose="020F0502020204030204" charset="0"/>
                  <a:ea typeface="宋体" panose="02010600030101010101" pitchFamily="2" charset="-122"/>
                  <a:cs typeface="Times New Roman" panose="02020603050405020304" pitchFamily="18" charset="0"/>
                  <a:sym typeface="Arial" panose="020B0604020202090204"/>
                </a:rPr>
                <a:t>①</a:t>
              </a:r>
              <a:endParaRPr sz="2000" b="1">
                <a:ln>
                  <a:noFill/>
                </a:ln>
                <a:effectLst/>
                <a:uFillTx/>
                <a:latin typeface="Calibri" panose="020F0502020204030204" charset="0"/>
                <a:ea typeface="宋体" panose="02010600030101010101" pitchFamily="2" charset="-122"/>
                <a:cs typeface="Times New Roman" panose="02020603050405020304" pitchFamily="18" charset="0"/>
                <a:sym typeface="Arial" panose="020B0604020202090204"/>
              </a:endParaRPr>
            </a:p>
          </p:txBody>
        </p:sp>
        <p:sp>
          <p:nvSpPr>
            <p:cNvPr id="11" name="文本框 10"/>
            <p:cNvSpPr txBox="1"/>
            <p:nvPr/>
          </p:nvSpPr>
          <p:spPr>
            <a:xfrm>
              <a:off x="12317" y="3879"/>
              <a:ext cx="572" cy="484"/>
            </a:xfrm>
            <a:prstGeom prst="rect">
              <a:avLst/>
            </a:prstGeom>
            <a:solidFill>
              <a:schemeClr val="bg1"/>
            </a:solidFill>
          </p:spPr>
          <p:txBody>
            <a:bodyPr wrap="none" lIns="0" tIns="0" rIns="107950" bIns="0" rtlCol="0" anchor="t">
              <a:spAutoFit/>
            </a:bodyPr>
            <a:p>
              <a:pPr algn="l"/>
              <a:r>
                <a:rPr sz="2000" b="1">
                  <a:ln>
                    <a:noFill/>
                  </a:ln>
                  <a:effectLst/>
                  <a:uFillTx/>
                  <a:latin typeface="Calibri" panose="020F0502020204030204" charset="0"/>
                  <a:ea typeface="宋体" panose="02010600030101010101" pitchFamily="2" charset="-122"/>
                  <a:cs typeface="Times New Roman" panose="02020603050405020304" pitchFamily="18" charset="0"/>
                  <a:sym typeface="Arial" panose="020B0604020202090204"/>
                </a:rPr>
                <a:t>②</a:t>
              </a:r>
              <a:endParaRPr sz="2000" b="1">
                <a:ln>
                  <a:noFill/>
                </a:ln>
                <a:effectLst/>
                <a:uFillTx/>
                <a:latin typeface="Calibri" panose="020F0502020204030204" charset="0"/>
                <a:ea typeface="宋体" panose="02010600030101010101" pitchFamily="2" charset="-122"/>
                <a:cs typeface="Times New Roman" panose="02020603050405020304" pitchFamily="18" charset="0"/>
                <a:sym typeface="Arial" panose="020B0604020202090204"/>
              </a:endParaRPr>
            </a:p>
          </p:txBody>
        </p:sp>
        <p:sp>
          <p:nvSpPr>
            <p:cNvPr id="12" name="文本框 11"/>
            <p:cNvSpPr txBox="1"/>
            <p:nvPr/>
          </p:nvSpPr>
          <p:spPr>
            <a:xfrm>
              <a:off x="13364" y="4373"/>
              <a:ext cx="572" cy="484"/>
            </a:xfrm>
            <a:prstGeom prst="rect">
              <a:avLst/>
            </a:prstGeom>
            <a:solidFill>
              <a:schemeClr val="bg1"/>
            </a:solidFill>
          </p:spPr>
          <p:txBody>
            <a:bodyPr wrap="none" lIns="107950" tIns="0" rIns="0" bIns="0" rtlCol="0" anchor="t">
              <a:spAutoFit/>
            </a:bodyPr>
            <a:p>
              <a:pPr algn="l"/>
              <a:r>
                <a:rPr sz="2000" b="1">
                  <a:ln>
                    <a:noFill/>
                  </a:ln>
                  <a:effectLst/>
                  <a:uFillTx/>
                  <a:latin typeface="Calibri" panose="020F0502020204030204" charset="0"/>
                  <a:ea typeface="宋体" panose="02010600030101010101" pitchFamily="2" charset="-122"/>
                  <a:cs typeface="Times New Roman" panose="02020603050405020304" pitchFamily="18" charset="0"/>
                  <a:sym typeface="Arial" panose="020B0604020202090204"/>
                </a:rPr>
                <a:t>③</a:t>
              </a:r>
              <a:endParaRPr sz="2000" b="1">
                <a:ln>
                  <a:noFill/>
                </a:ln>
                <a:effectLst/>
                <a:uFillTx/>
                <a:latin typeface="Calibri" panose="020F0502020204030204" charset="0"/>
                <a:ea typeface="宋体" panose="02010600030101010101" pitchFamily="2" charset="-122"/>
                <a:cs typeface="Times New Roman" panose="02020603050405020304" pitchFamily="18" charset="0"/>
                <a:sym typeface="Arial" panose="020B0604020202090204"/>
              </a:endParaRPr>
            </a:p>
          </p:txBody>
        </p:sp>
        <p:sp>
          <p:nvSpPr>
            <p:cNvPr id="13" name="文本框 12"/>
            <p:cNvSpPr txBox="1"/>
            <p:nvPr/>
          </p:nvSpPr>
          <p:spPr>
            <a:xfrm>
              <a:off x="15711" y="4089"/>
              <a:ext cx="570" cy="484"/>
            </a:xfrm>
            <a:prstGeom prst="rect">
              <a:avLst/>
            </a:prstGeom>
            <a:solidFill>
              <a:schemeClr val="bg1"/>
            </a:solidFill>
          </p:spPr>
          <p:txBody>
            <a:bodyPr wrap="none" lIns="107950" tIns="0" rIns="0" bIns="0" rtlCol="0" anchor="t">
              <a:spAutoFit/>
            </a:bodyPr>
            <a:p>
              <a:pPr algn="l"/>
              <a:r>
                <a:rPr sz="2000" b="1">
                  <a:ln>
                    <a:noFill/>
                  </a:ln>
                  <a:effectLst/>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90204"/>
                </a:rPr>
                <a:t>⑤</a:t>
              </a:r>
              <a:endParaRPr sz="2000" b="1">
                <a:ln>
                  <a:noFill/>
                </a:ln>
                <a:effectLst/>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90204"/>
              </a:endParaRPr>
            </a:p>
          </p:txBody>
        </p:sp>
        <p:sp>
          <p:nvSpPr>
            <p:cNvPr id="14" name="文本框 13"/>
            <p:cNvSpPr txBox="1"/>
            <p:nvPr/>
          </p:nvSpPr>
          <p:spPr>
            <a:xfrm>
              <a:off x="14585" y="4081"/>
              <a:ext cx="572" cy="484"/>
            </a:xfrm>
            <a:prstGeom prst="rect">
              <a:avLst/>
            </a:prstGeom>
            <a:solidFill>
              <a:schemeClr val="bg1"/>
            </a:solidFill>
          </p:spPr>
          <p:txBody>
            <a:bodyPr wrap="none" lIns="0" tIns="0" rIns="107950" bIns="0" rtlCol="0" anchor="t">
              <a:spAutoFit/>
            </a:bodyPr>
            <a:p>
              <a:pPr algn="l"/>
              <a:r>
                <a:rPr sz="2000" b="1">
                  <a:ln>
                    <a:noFill/>
                  </a:ln>
                  <a:effectLst/>
                  <a:uFillTx/>
                  <a:latin typeface="Calibri" panose="020F0502020204030204" charset="0"/>
                  <a:ea typeface="宋体" panose="02010600030101010101" pitchFamily="2" charset="-122"/>
                  <a:cs typeface="Times New Roman" panose="02020603050405020304" pitchFamily="18" charset="0"/>
                  <a:sym typeface="Arial" panose="020B0604020202090204"/>
                </a:rPr>
                <a:t>④</a:t>
              </a:r>
              <a:endParaRPr sz="2000" b="1">
                <a:ln>
                  <a:noFill/>
                </a:ln>
                <a:effectLst/>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90204"/>
              </a:endParaRPr>
            </a:p>
          </p:txBody>
        </p:sp>
        <p:sp>
          <p:nvSpPr>
            <p:cNvPr id="15" name="文本框 14"/>
            <p:cNvSpPr txBox="1"/>
            <p:nvPr/>
          </p:nvSpPr>
          <p:spPr>
            <a:xfrm>
              <a:off x="16604" y="3933"/>
              <a:ext cx="591" cy="679"/>
            </a:xfrm>
            <a:prstGeom prst="ellipse">
              <a:avLst/>
            </a:prstGeom>
            <a:solidFill>
              <a:schemeClr val="bg1"/>
            </a:solidFill>
          </p:spPr>
          <p:txBody>
            <a:bodyPr wrap="none" lIns="0" tIns="0" rIns="0" bIns="0" rtlCol="0" anchor="t">
              <a:spAutoFit/>
            </a:bodyPr>
            <a:p>
              <a:pPr algn="l"/>
              <a:r>
                <a:rPr sz="2000" b="1">
                  <a:ln>
                    <a:noFill/>
                  </a:ln>
                  <a:effectLst/>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90204"/>
                </a:rPr>
                <a:t>⑥</a:t>
              </a:r>
              <a:endParaRPr sz="2000" b="1">
                <a:ln>
                  <a:noFill/>
                </a:ln>
                <a:effectLst/>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90204"/>
              </a:endParaRPr>
            </a:p>
          </p:txBody>
        </p:sp>
      </p:grpSp>
    </p:spTree>
    <p:custDataLst>
      <p:tags r:id="rId5"/>
    </p:custData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759460" y="898525"/>
            <a:ext cx="10754995" cy="467931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8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7.</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2020·赤峰</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下列图示分别为二氧化碳的实验室制取、干燥、收集、验满的操作，其中正确的是</a:t>
            </a:r>
            <a:r>
              <a:rPr lang="en-US" sz="25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15000"/>
              </a:lnSpc>
              <a:spcBef>
                <a:spcPts val="0"/>
              </a:spcBef>
              <a:spcAft>
                <a:spcPts val="0"/>
              </a:spcAft>
              <a:buClrTx/>
              <a:buSzTx/>
              <a:buFontTx/>
              <a:buNone/>
            </a:pP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15000"/>
              </a:lnSpc>
              <a:spcBef>
                <a:spcPts val="0"/>
              </a:spcBef>
              <a:spcAft>
                <a:spcPts val="0"/>
              </a:spcAft>
              <a:buClrTx/>
              <a:buSzTx/>
              <a:buFontTx/>
              <a:buNone/>
            </a:pP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15000"/>
              </a:lnSpc>
              <a:spcBef>
                <a:spcPts val="0"/>
              </a:spcBef>
              <a:spcAft>
                <a:spcPts val="0"/>
              </a:spcAft>
              <a:buClrTx/>
              <a:buSzTx/>
              <a:buFontTx/>
              <a:buNone/>
            </a:pP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制取                        </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B.</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干燥                    </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收集                        </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D.</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验满</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7" name="标题 4"/>
          <p:cNvSpPr>
            <a:spLocks noGrp="1"/>
          </p:cNvSpPr>
          <p:nvPr>
            <p:custDataLst>
              <p:tags r:id="rId2"/>
            </p:custDataLst>
          </p:nvPr>
        </p:nvSpPr>
        <p:spPr>
          <a:xfrm>
            <a:off x="759460" y="26738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→达标训练</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grpSp>
        <p:nvGrpSpPr>
          <p:cNvPr id="11" name="组合 10"/>
          <p:cNvGrpSpPr/>
          <p:nvPr/>
        </p:nvGrpSpPr>
        <p:grpSpPr>
          <a:xfrm>
            <a:off x="1158875" y="2386965"/>
            <a:ext cx="9917430" cy="2569210"/>
            <a:chOff x="1825" y="3629"/>
            <a:chExt cx="15618" cy="4046"/>
          </a:xfrm>
        </p:grpSpPr>
        <p:grpSp>
          <p:nvGrpSpPr>
            <p:cNvPr id="7" name="组合 6"/>
            <p:cNvGrpSpPr/>
            <p:nvPr/>
          </p:nvGrpSpPr>
          <p:grpSpPr>
            <a:xfrm>
              <a:off x="1825" y="3629"/>
              <a:ext cx="14657" cy="4046"/>
              <a:chOff x="1825" y="3629"/>
              <a:chExt cx="14657" cy="4046"/>
            </a:xfrm>
          </p:grpSpPr>
          <p:pic>
            <p:nvPicPr>
              <p:cNvPr id="2" name="图片 1" descr="360截图18161007326746"/>
              <p:cNvPicPr>
                <a:picLocks noChangeAspect="1"/>
              </p:cNvPicPr>
              <p:nvPr/>
            </p:nvPicPr>
            <p:blipFill>
              <a:blip r:embed="rId3"/>
              <a:srcRect l="31871" t="20074" r="59982" b="9701"/>
              <a:stretch>
                <a:fillRect/>
              </a:stretch>
            </p:blipFill>
            <p:spPr>
              <a:xfrm>
                <a:off x="6086" y="4649"/>
                <a:ext cx="1928" cy="3026"/>
              </a:xfrm>
              <a:prstGeom prst="rect">
                <a:avLst/>
              </a:prstGeom>
            </p:spPr>
          </p:pic>
          <p:pic>
            <p:nvPicPr>
              <p:cNvPr id="3" name="图片 2" descr="360截图18161007326746"/>
              <p:cNvPicPr>
                <a:picLocks noChangeAspect="1"/>
              </p:cNvPicPr>
              <p:nvPr/>
            </p:nvPicPr>
            <p:blipFill>
              <a:blip r:embed="rId3"/>
              <a:srcRect l="86433" t="24925" r="5535" b="9120"/>
              <a:stretch>
                <a:fillRect/>
              </a:stretch>
            </p:blipFill>
            <p:spPr>
              <a:xfrm>
                <a:off x="14582" y="4833"/>
                <a:ext cx="1901" cy="2842"/>
              </a:xfrm>
              <a:prstGeom prst="rect">
                <a:avLst/>
              </a:prstGeom>
            </p:spPr>
          </p:pic>
          <p:pic>
            <p:nvPicPr>
              <p:cNvPr id="4" name="图片 3" descr="360截图18161007326746"/>
              <p:cNvPicPr>
                <a:picLocks noChangeAspect="1"/>
              </p:cNvPicPr>
              <p:nvPr/>
            </p:nvPicPr>
            <p:blipFill>
              <a:blip r:embed="rId3"/>
              <a:srcRect t="2437" r="91414" b="3667"/>
              <a:stretch>
                <a:fillRect/>
              </a:stretch>
            </p:blipFill>
            <p:spPr>
              <a:xfrm>
                <a:off x="1825" y="3629"/>
                <a:ext cx="2032" cy="4046"/>
              </a:xfrm>
              <a:prstGeom prst="rect">
                <a:avLst/>
              </a:prstGeom>
            </p:spPr>
          </p:pic>
          <p:pic>
            <p:nvPicPr>
              <p:cNvPr id="6" name="图片 5" descr="360截图18161007326746"/>
              <p:cNvPicPr>
                <a:picLocks noChangeAspect="1"/>
              </p:cNvPicPr>
              <p:nvPr/>
            </p:nvPicPr>
            <p:blipFill>
              <a:blip r:embed="rId3"/>
              <a:srcRect l="57219" t="18844" r="33866" b="12764"/>
              <a:stretch>
                <a:fillRect/>
              </a:stretch>
            </p:blipFill>
            <p:spPr>
              <a:xfrm>
                <a:off x="10243" y="4728"/>
                <a:ext cx="2110" cy="2947"/>
              </a:xfrm>
              <a:prstGeom prst="rect">
                <a:avLst/>
              </a:prstGeom>
            </p:spPr>
          </p:pic>
        </p:grpSp>
        <p:sp>
          <p:nvSpPr>
            <p:cNvPr id="8" name="文本框 7"/>
            <p:cNvSpPr txBox="1"/>
            <p:nvPr/>
          </p:nvSpPr>
          <p:spPr>
            <a:xfrm>
              <a:off x="14945" y="4361"/>
              <a:ext cx="2498" cy="677"/>
            </a:xfrm>
            <a:prstGeom prst="rect">
              <a:avLst/>
            </a:prstGeom>
            <a:noFill/>
          </p:spPr>
          <p:txBody>
            <a:bodyPr wrap="none" rtlCol="0" anchor="t">
              <a:spAutoFit/>
            </a:bodyPr>
            <a:p>
              <a:pPr marL="0" marR="0" indent="0" algn="l" defTabSz="914400" rtl="0" fontAlgn="auto" latinLnBrk="1">
                <a:lnSpc>
                  <a:spcPct val="100000"/>
                </a:lnSpc>
                <a:spcBef>
                  <a:spcPts val="0"/>
                </a:spcBef>
                <a:spcAft>
                  <a:spcPts val="0"/>
                </a:spcAft>
                <a:buClrTx/>
                <a:buSzTx/>
                <a:buFontTx/>
                <a:buNone/>
              </a:pPr>
              <a:r>
                <a:rPr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燃着的木条</a:t>
              </a:r>
              <a:endParaRPr lang="zh-CN" altLang="en-US"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9" name="文本框 8"/>
            <p:cNvSpPr txBox="1"/>
            <p:nvPr/>
          </p:nvSpPr>
          <p:spPr>
            <a:xfrm>
              <a:off x="7858" y="6707"/>
              <a:ext cx="1614" cy="677"/>
            </a:xfrm>
            <a:prstGeom prst="rect">
              <a:avLst/>
            </a:prstGeom>
            <a:noFill/>
          </p:spPr>
          <p:txBody>
            <a:bodyPr wrap="none" rtlCol="0" anchor="t">
              <a:spAutoFit/>
            </a:bodyPr>
            <a:p>
              <a:r>
                <a:rPr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浓硫酸</a:t>
              </a:r>
              <a:endParaRPr lang="zh-CN" altLang="en-US"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0" name="文本框 9"/>
            <p:cNvSpPr txBox="1"/>
            <p:nvPr/>
          </p:nvSpPr>
          <p:spPr>
            <a:xfrm>
              <a:off x="5391" y="4832"/>
              <a:ext cx="851" cy="550"/>
            </a:xfrm>
            <a:prstGeom prst="rect">
              <a:avLst/>
            </a:prstGeom>
            <a:noFill/>
          </p:spPr>
          <p:txBody>
            <a:bodyPr wrap="none" rtlCol="0" anchor="t">
              <a:spAutoFit/>
            </a:bodyPr>
            <a:p>
              <a:pPr fontAlgn="auto" latinLnBrk="1">
                <a:lnSpc>
                  <a:spcPct val="60000"/>
                </a:lnSpc>
              </a:pPr>
              <a:r>
                <a:rPr sz="2800" b="1">
                  <a:ln>
                    <a:noFill/>
                  </a:ln>
                  <a:solidFill>
                    <a:schemeClr val="tx1"/>
                  </a:solidFill>
                  <a:effectLst/>
                  <a:uFillTx/>
                  <a:latin typeface="宋体" panose="02010600030101010101" pitchFamily="2" charset="-122"/>
                  <a:ea typeface="宋体" panose="02010600030101010101" pitchFamily="2" charset="-122"/>
                  <a:cs typeface="Arial" panose="020B0604020202090204" pitchFamily="34" charset="0"/>
                  <a:sym typeface="Arial" panose="020B0604020202090204"/>
                </a:rPr>
                <a:t>→</a:t>
              </a:r>
              <a:endParaRPr lang="zh-CN" altLang="en-US" sz="2800" b="1">
                <a:ln>
                  <a:noFill/>
                </a:ln>
                <a:solidFill>
                  <a:schemeClr val="tx1"/>
                </a:solidFill>
                <a:effectLst/>
                <a:uFillTx/>
                <a:latin typeface="宋体" panose="02010600030101010101" pitchFamily="2" charset="-122"/>
                <a:ea typeface="宋体" panose="02010600030101010101" pitchFamily="2" charset="-122"/>
                <a:cs typeface="Arial" panose="020B0604020202090204" pitchFamily="34" charset="0"/>
                <a:sym typeface="Arial" panose="020B0604020202090204"/>
              </a:endParaRPr>
            </a:p>
          </p:txBody>
        </p:sp>
      </p:grpSp>
    </p:spTree>
    <p:custDataLst>
      <p:tags r:id="rId4"/>
    </p:custData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704850" y="948055"/>
            <a:ext cx="10779760" cy="523748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30000"/>
              </a:lnSpc>
              <a:spcBef>
                <a:spcPts val="0"/>
              </a:spcBef>
              <a:spcAft>
                <a:spcPts val="0"/>
              </a:spcAft>
              <a:buClrTx/>
              <a:buSzTx/>
              <a:buFontTx/>
              <a:buNone/>
            </a:pPr>
            <a:r>
              <a:rPr kumimoji="0" lang="en-US" sz="2500" b="1" i="0">
                <a:ln>
                  <a:noFill/>
                </a:ln>
                <a:gradFill>
                  <a:gsLst>
                    <a:gs pos="0">
                      <a:srgbClr val="E30000"/>
                    </a:gs>
                    <a:gs pos="100000">
                      <a:srgbClr val="760303"/>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8.</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0</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20·苏州</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用如图所示装置探究CO</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能否与H</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反应</a:t>
            </a:r>
            <a:r>
              <a:rPr kumimoji="0" lang="zh-CN"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滴加盐酸，待试管</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乙中液体变红后，将其加热至浇腾，红</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色不</a:t>
            </a:r>
            <a:r>
              <a:rPr kumimoji="0" lang="zh-CN"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褪</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去。下列说法正确的是</a:t>
            </a:r>
            <a:r>
              <a:rPr lang="en-US" sz="25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A.甲中逸出的气体只含CO</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B</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乙中液体变红，证明CO</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能与水反应 </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C.加热后红色不褪去，说明碳酸受热不分解</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D.欲达到实验目的，可将盐酸改为稀硫酸</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nvGrpSpPr>
          <p:cNvPr id="12" name="组合 11"/>
          <p:cNvGrpSpPr/>
          <p:nvPr/>
        </p:nvGrpSpPr>
        <p:grpSpPr>
          <a:xfrm>
            <a:off x="6802120" y="1590675"/>
            <a:ext cx="4427855" cy="3204845"/>
            <a:chOff x="11050" y="2765"/>
            <a:chExt cx="6973" cy="5047"/>
          </a:xfrm>
        </p:grpSpPr>
        <p:sp>
          <p:nvSpPr>
            <p:cNvPr id="11" name="文本框 10"/>
            <p:cNvSpPr txBox="1"/>
            <p:nvPr/>
          </p:nvSpPr>
          <p:spPr>
            <a:xfrm>
              <a:off x="11050" y="2765"/>
              <a:ext cx="6973" cy="5046"/>
            </a:xfrm>
            <a:prstGeom prst="rect">
              <a:avLst/>
            </a:prstGeom>
            <a:solidFill>
              <a:schemeClr val="bg1"/>
            </a:solidFill>
          </p:spPr>
          <p:txBody>
            <a:bodyPr wrap="square" rtlCol="0">
              <a:noAutofit/>
            </a:bodyPr>
            <a:p>
              <a:endParaRPr lang="zh-CN" altLang="en-US"/>
            </a:p>
          </p:txBody>
        </p:sp>
        <p:grpSp>
          <p:nvGrpSpPr>
            <p:cNvPr id="10" name="组合 9"/>
            <p:cNvGrpSpPr/>
            <p:nvPr/>
          </p:nvGrpSpPr>
          <p:grpSpPr>
            <a:xfrm>
              <a:off x="11115" y="2780"/>
              <a:ext cx="6451" cy="5032"/>
              <a:chOff x="11739" y="3976"/>
              <a:chExt cx="6451" cy="5032"/>
            </a:xfrm>
          </p:grpSpPr>
          <p:grpSp>
            <p:nvGrpSpPr>
              <p:cNvPr id="8" name="组合 7"/>
              <p:cNvGrpSpPr/>
              <p:nvPr/>
            </p:nvGrpSpPr>
            <p:grpSpPr>
              <a:xfrm>
                <a:off x="11739" y="3976"/>
                <a:ext cx="6451" cy="4880"/>
                <a:chOff x="11739" y="3976"/>
                <a:chExt cx="6451" cy="4880"/>
              </a:xfrm>
            </p:grpSpPr>
            <p:pic>
              <p:nvPicPr>
                <p:cNvPr id="3" name="图片 2" descr="360截图1714030761117106"/>
                <p:cNvPicPr>
                  <a:picLocks noChangeAspect="1"/>
                </p:cNvPicPr>
                <p:nvPr/>
              </p:nvPicPr>
              <p:blipFill>
                <a:blip r:embed="rId2"/>
                <a:stretch>
                  <a:fillRect/>
                </a:stretch>
              </p:blipFill>
              <p:spPr>
                <a:xfrm>
                  <a:off x="13834" y="3976"/>
                  <a:ext cx="3402" cy="4525"/>
                </a:xfrm>
                <a:prstGeom prst="rect">
                  <a:avLst/>
                </a:prstGeom>
              </p:spPr>
            </p:pic>
            <p:sp>
              <p:nvSpPr>
                <p:cNvPr id="4" name="文本框 3"/>
                <p:cNvSpPr txBox="1"/>
                <p:nvPr/>
              </p:nvSpPr>
              <p:spPr>
                <a:xfrm>
                  <a:off x="15125" y="4701"/>
                  <a:ext cx="2094" cy="725"/>
                </a:xfrm>
                <a:prstGeom prst="rect">
                  <a:avLst/>
                </a:prstGeom>
                <a:solidFill>
                  <a:schemeClr val="bg1"/>
                </a:solidFill>
              </p:spPr>
              <p:txBody>
                <a:bodyPr wrap="none" lIns="0" rIns="107950" rtlCol="0" anchor="t">
                  <a:spAutoFit/>
                </a:bodyPr>
                <a:p>
                  <a:pPr marL="0" marR="0" indent="0" algn="l" defTabSz="914400" rtl="0" fontAlgn="auto" latinLnBrk="1">
                    <a:lnSpc>
                      <a:spcPct val="100000"/>
                    </a:lnSpc>
                    <a:spcBef>
                      <a:spcPts val="0"/>
                    </a:spcBef>
                    <a:spcAft>
                      <a:spcPts val="0"/>
                    </a:spcAft>
                    <a:buClrTx/>
                    <a:buSzTx/>
                    <a:buFontTx/>
                    <a:buNone/>
                  </a:pPr>
                  <a:r>
                    <a:rPr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25%盐酸</a:t>
                  </a:r>
                  <a:endParaRPr lang="zh-CN" altLang="en-US" sz="24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6" name="文本框 5"/>
                <p:cNvSpPr txBox="1"/>
                <p:nvPr/>
              </p:nvSpPr>
              <p:spPr>
                <a:xfrm>
                  <a:off x="11739" y="7323"/>
                  <a:ext cx="2198" cy="605"/>
                </a:xfrm>
                <a:prstGeom prst="rect">
                  <a:avLst/>
                </a:prstGeom>
                <a:solidFill>
                  <a:schemeClr val="bg1"/>
                </a:solidFill>
              </p:spPr>
              <p:txBody>
                <a:bodyPr wrap="none" lIns="0" rIns="71755" bIns="0" rtlCol="0" anchor="t">
                  <a:spAutoFit/>
                </a:bodyPr>
                <a:p>
                  <a:pPr algn="l" latinLnBrk="1">
                    <a:lnSpc>
                      <a:spcPct val="100000"/>
                    </a:lnSpc>
                    <a:spcBef>
                      <a:spcPts val="0"/>
                    </a:spcBef>
                    <a:spcAft>
                      <a:spcPts val="0"/>
                    </a:spcAft>
                    <a:buClrTx/>
                    <a:buSzTx/>
                    <a:buFontTx/>
                  </a:pPr>
                  <a:r>
                    <a:rPr sz="2200" b="1" spc="-1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CaCO</a:t>
                  </a:r>
                  <a:r>
                    <a:rPr lang="en-US" sz="2200" b="1" spc="-10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sz="2200" b="1" spc="-1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粉末</a:t>
                  </a:r>
                  <a:endParaRPr lang="zh-CN" altLang="en-US" sz="2200" b="1" spc="-1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7" name="文本框 6"/>
                <p:cNvSpPr txBox="1"/>
                <p:nvPr/>
              </p:nvSpPr>
              <p:spPr>
                <a:xfrm>
                  <a:off x="17193" y="7185"/>
                  <a:ext cx="997" cy="1671"/>
                </a:xfrm>
                <a:prstGeom prst="rect">
                  <a:avLst/>
                </a:prstGeom>
                <a:noFill/>
                <a:extLst>
                  <a:ext uri="{909E8E84-426E-40DD-AFC4-6F175D3DCCD1}">
                    <a14:hiddenFill xmlns:a14="http://schemas.microsoft.com/office/drawing/2010/main">
                      <a:solidFill>
                        <a:schemeClr val="bg1"/>
                      </a:solidFill>
                    </a14:hiddenFill>
                  </a:ext>
                </a:extLst>
              </p:spPr>
              <p:txBody>
                <a:bodyPr wrap="none" lIns="0" rIns="71755" bIns="0" rtlCol="0" anchor="t">
                  <a:spAutoFit/>
                </a:bodyPr>
                <a:p>
                  <a:pPr algn="l" latinLnBrk="1">
                    <a:lnSpc>
                      <a:spcPct val="100000"/>
                    </a:lnSpc>
                    <a:spcBef>
                      <a:spcPts val="0"/>
                    </a:spcBef>
                    <a:spcAft>
                      <a:spcPts val="0"/>
                    </a:spcAft>
                    <a:buClrTx/>
                    <a:buSzTx/>
                    <a:buFontTx/>
                  </a:pPr>
                  <a:r>
                    <a:rPr lang="zh-CN" altLang="en-US"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紫色</a:t>
                  </a:r>
                  <a:endParaRPr lang="zh-CN" altLang="en-US"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latinLnBrk="1">
                    <a:lnSpc>
                      <a:spcPct val="100000"/>
                    </a:lnSpc>
                    <a:spcBef>
                      <a:spcPts val="0"/>
                    </a:spcBef>
                    <a:spcAft>
                      <a:spcPts val="0"/>
                    </a:spcAft>
                    <a:buClrTx/>
                    <a:buSzTx/>
                    <a:buFontTx/>
                  </a:pPr>
                  <a:r>
                    <a:rPr lang="zh-CN" altLang="en-US"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石蕊</a:t>
                  </a:r>
                  <a:endParaRPr lang="zh-CN" altLang="en-US"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latinLnBrk="1">
                    <a:lnSpc>
                      <a:spcPct val="100000"/>
                    </a:lnSpc>
                    <a:spcBef>
                      <a:spcPts val="0"/>
                    </a:spcBef>
                    <a:spcAft>
                      <a:spcPts val="0"/>
                    </a:spcAft>
                    <a:buClrTx/>
                    <a:buSzTx/>
                    <a:buFontTx/>
                  </a:pPr>
                  <a:r>
                    <a:rPr lang="zh-CN" altLang="en-US"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试液</a:t>
                  </a:r>
                  <a:endParaRPr lang="zh-CN" altLang="en-US"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sp>
            <p:nvSpPr>
              <p:cNvPr id="9" name="文本框 8"/>
              <p:cNvSpPr txBox="1"/>
              <p:nvPr/>
            </p:nvSpPr>
            <p:spPr>
              <a:xfrm>
                <a:off x="14393" y="8475"/>
                <a:ext cx="2822" cy="533"/>
              </a:xfrm>
              <a:prstGeom prst="rect">
                <a:avLst/>
              </a:prstGeom>
              <a:noFill/>
            </p:spPr>
            <p:txBody>
              <a:bodyPr wrap="none" tIns="0" bIns="0" rtlCol="0" anchor="t">
                <a:spAutoFit/>
              </a:bodyPr>
              <a:p>
                <a:r>
                  <a:rPr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甲               乙</a:t>
                </a:r>
                <a:endParaRPr sz="22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grpSp>
      <p:sp>
        <p:nvSpPr>
          <p:cNvPr id="17" name="标题 4"/>
          <p:cNvSpPr>
            <a:spLocks noGrp="1"/>
          </p:cNvSpPr>
          <p:nvPr>
            <p:custDataLst>
              <p:tags r:id="rId3"/>
            </p:custDataLst>
          </p:nvPr>
        </p:nvSpPr>
        <p:spPr>
          <a:xfrm>
            <a:off x="704850" y="299768"/>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→达标训练</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4"/>
    </p:custData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03910" y="898525"/>
            <a:ext cx="10148570" cy="454469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50000"/>
              </a:lnSpc>
              <a:spcBef>
                <a:spcPts val="0"/>
              </a:spcBef>
              <a:spcAft>
                <a:spcPts val="0"/>
              </a:spcAft>
              <a:buClrTx/>
              <a:buSzTx/>
              <a:buFontTx/>
              <a:buNone/>
            </a:pP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9.[</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2020·眉山</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构建知识网络能提高学习的效率。如图为有关CO</a:t>
            </a:r>
            <a:r>
              <a:rPr kumimoji="0" lang="en-US" sz="2500" b="1" i="0" baseline="-2500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的知识</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网络图，以下判断错误的是</a:t>
            </a:r>
            <a:r>
              <a:rPr lang="en-US" sz="2500" b="1">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物质①中碳元素的化合价为+4价 </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B.物质②中阳离子符号为</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a:t>
            </a:r>
            <a:r>
              <a:rPr kumimoji="0" lang="en-US" sz="2500" b="1" i="0" baseline="3000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C</a:t>
            </a:r>
            <a:r>
              <a:rPr kumimoji="0" lang="en-US"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物质③由2种元素组成</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D.物质①和⑤发生反应转化为④的化学方程式为</a:t>
            </a:r>
            <a:endParaRPr kumimoji="0" sz="2500" b="1" i="0">
              <a:ln>
                <a:noFill/>
              </a:ln>
              <a:solidFill>
                <a:schemeClr val="tx1">
                  <a:lumMod val="85000"/>
                  <a:lumOff val="15000"/>
                </a:schemeClr>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nvGrpSpPr>
          <p:cNvPr id="23" name="组合 22"/>
          <p:cNvGrpSpPr/>
          <p:nvPr/>
        </p:nvGrpSpPr>
        <p:grpSpPr>
          <a:xfrm>
            <a:off x="7975310" y="1560830"/>
            <a:ext cx="2439826" cy="3043555"/>
            <a:chOff x="12315" y="2966"/>
            <a:chExt cx="3842" cy="4793"/>
          </a:xfrm>
        </p:grpSpPr>
        <p:grpSp>
          <p:nvGrpSpPr>
            <p:cNvPr id="22" name="组合 21"/>
            <p:cNvGrpSpPr/>
            <p:nvPr/>
          </p:nvGrpSpPr>
          <p:grpSpPr>
            <a:xfrm>
              <a:off x="13464" y="5946"/>
              <a:ext cx="1008" cy="1813"/>
              <a:chOff x="13464" y="5946"/>
              <a:chExt cx="1008" cy="1813"/>
            </a:xfrm>
          </p:grpSpPr>
          <p:grpSp>
            <p:nvGrpSpPr>
              <p:cNvPr id="21" name="组合 20"/>
              <p:cNvGrpSpPr/>
              <p:nvPr/>
            </p:nvGrpSpPr>
            <p:grpSpPr>
              <a:xfrm>
                <a:off x="13896" y="5946"/>
                <a:ext cx="139" cy="567"/>
                <a:chOff x="13792" y="6258"/>
                <a:chExt cx="139" cy="869"/>
              </a:xfrm>
            </p:grpSpPr>
            <p:cxnSp>
              <p:nvCxnSpPr>
                <p:cNvPr id="3" name="直接箭头连接符 2"/>
                <p:cNvCxnSpPr/>
                <p:nvPr/>
              </p:nvCxnSpPr>
              <p:spPr>
                <a:xfrm flipH="1">
                  <a:off x="13931" y="6283"/>
                  <a:ext cx="1" cy="845"/>
                </a:xfrm>
                <a:prstGeom prst="straightConnector1">
                  <a:avLst/>
                </a:prstGeom>
                <a:ln w="25400" cap="flat" cmpd="sng">
                  <a:solidFill>
                    <a:srgbClr val="000000"/>
                  </a:solidFill>
                  <a:prstDash val="solid"/>
                  <a:headEnd type="none" w="med" len="med"/>
                  <a:tailEnd type="triangle" w="med" len="med"/>
                </a:ln>
              </p:spPr>
            </p:cxnSp>
            <p:cxnSp>
              <p:nvCxnSpPr>
                <p:cNvPr id="4" name="直接箭头连接符 3"/>
                <p:cNvCxnSpPr/>
                <p:nvPr/>
              </p:nvCxnSpPr>
              <p:spPr>
                <a:xfrm rot="10800000" flipH="1">
                  <a:off x="13792" y="6258"/>
                  <a:ext cx="1" cy="845"/>
                </a:xfrm>
                <a:prstGeom prst="straightConnector1">
                  <a:avLst/>
                </a:prstGeom>
                <a:ln w="25400" cap="flat" cmpd="sng">
                  <a:solidFill>
                    <a:srgbClr val="000000"/>
                  </a:solidFill>
                  <a:prstDash val="solid"/>
                  <a:headEnd type="none" w="med" len="med"/>
                  <a:tailEnd type="triangle" w="med" len="med"/>
                </a:ln>
              </p:spPr>
            </p:cxnSp>
          </p:grpSp>
          <p:sp>
            <p:nvSpPr>
              <p:cNvPr id="6" name="矩形 5"/>
              <p:cNvSpPr/>
              <p:nvPr/>
            </p:nvSpPr>
            <p:spPr>
              <a:xfrm>
                <a:off x="13464" y="6452"/>
                <a:ext cx="1008" cy="1307"/>
              </a:xfrm>
              <a:prstGeom prst="rect">
                <a:avLst/>
              </a:prstGeom>
              <a:ln w="25400" cap="flat" cmpd="sng">
                <a:noFill/>
                <a:prstDash val="solid"/>
                <a:headEnd type="none" w="med" len="med"/>
                <a:tailEnd type="triangle" w="med" len="med"/>
              </a:ln>
            </p:spPr>
            <p:txBody>
              <a:bodyPr wrap="none">
                <a:spAutoFit/>
              </a:bodyPr>
              <a:p>
                <a:pPr algn="l"/>
                <a:r>
                  <a:rPr lang="zh-CN" altLang="en-US" sz="2400" b="1">
                    <a:latin typeface="Times New Roman" panose="02020603050405020304" pitchFamily="18" charset="0"/>
                    <a:cs typeface="Times New Roman" panose="02020603050405020304" pitchFamily="18" charset="0"/>
                  </a:rPr>
                  <a:t>CO</a:t>
                </a:r>
                <a:endParaRPr lang="zh-CN" altLang="en-US" sz="2400" b="1">
                  <a:latin typeface="Times New Roman" panose="02020603050405020304" pitchFamily="18" charset="0"/>
                  <a:cs typeface="Times New Roman" panose="02020603050405020304" pitchFamily="18" charset="0"/>
                </a:endParaRPr>
              </a:p>
              <a:p>
                <a:pPr algn="ctr"/>
                <a:r>
                  <a:rPr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④</a:t>
                </a:r>
                <a:endParaRPr lang="zh-CN" altLang="en-US" sz="2400" b="1" baseline="-25000">
                  <a:latin typeface="Times New Roman" panose="02020603050405020304" pitchFamily="18" charset="0"/>
                  <a:cs typeface="Times New Roman" panose="02020603050405020304" pitchFamily="18" charset="0"/>
                </a:endParaRPr>
              </a:p>
            </p:txBody>
          </p:sp>
        </p:grpSp>
        <p:grpSp>
          <p:nvGrpSpPr>
            <p:cNvPr id="14" name="组合 13"/>
            <p:cNvGrpSpPr/>
            <p:nvPr/>
          </p:nvGrpSpPr>
          <p:grpSpPr>
            <a:xfrm rot="0">
              <a:off x="12315" y="2966"/>
              <a:ext cx="3842" cy="3057"/>
              <a:chOff x="11107" y="-432"/>
              <a:chExt cx="3842" cy="3057"/>
            </a:xfrm>
          </p:grpSpPr>
          <p:grpSp>
            <p:nvGrpSpPr>
              <p:cNvPr id="1073742994" name="组合 1073742993"/>
              <p:cNvGrpSpPr/>
              <p:nvPr/>
            </p:nvGrpSpPr>
            <p:grpSpPr>
              <a:xfrm>
                <a:off x="11107" y="840"/>
                <a:ext cx="3842" cy="1785"/>
                <a:chOff x="2141" y="2114"/>
                <a:chExt cx="2573" cy="986"/>
              </a:xfrm>
            </p:grpSpPr>
            <p:sp>
              <p:nvSpPr>
                <p:cNvPr id="1073742959" name="文本框 1073742958"/>
                <p:cNvSpPr txBox="1"/>
                <p:nvPr/>
              </p:nvSpPr>
              <p:spPr>
                <a:xfrm>
                  <a:off x="2858" y="2346"/>
                  <a:ext cx="779" cy="722"/>
                </a:xfrm>
                <a:prstGeom prst="rect">
                  <a:avLst/>
                </a:prstGeom>
                <a:noFill/>
                <a:ln w="9525">
                  <a:noFill/>
                </a:ln>
              </p:spPr>
              <p:txBody>
                <a:bodyPr wrap="none">
                  <a:spAutoFit/>
                </a:bodyPr>
                <a:p>
                  <a:pPr algn="l"/>
                  <a:r>
                    <a:rPr lang="zh-CN" altLang="en-US" sz="2400" b="1">
                      <a:latin typeface="Times New Roman" panose="02020603050405020304" pitchFamily="18" charset="0"/>
                      <a:cs typeface="Times New Roman" panose="02020603050405020304" pitchFamily="18" charset="0"/>
                    </a:rPr>
                    <a:t>CO</a:t>
                  </a:r>
                  <a:r>
                    <a:rPr lang="zh-CN" altLang="en-US" sz="2400" b="1" baseline="-25000">
                      <a:latin typeface="Times New Roman" panose="02020603050405020304" pitchFamily="18" charset="0"/>
                      <a:cs typeface="Times New Roman" panose="02020603050405020304" pitchFamily="18" charset="0"/>
                    </a:rPr>
                    <a:t>2</a:t>
                  </a:r>
                  <a:endParaRPr lang="zh-CN" altLang="en-US" sz="2400" b="1" baseline="-25000">
                    <a:latin typeface="Times New Roman" panose="02020603050405020304" pitchFamily="18" charset="0"/>
                    <a:cs typeface="Times New Roman" panose="02020603050405020304" pitchFamily="18" charset="0"/>
                  </a:endParaRPr>
                </a:p>
                <a:p>
                  <a:pPr algn="ctr"/>
                  <a:r>
                    <a:rPr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①</a:t>
                  </a:r>
                  <a:endParaRPr lang="zh-CN" altLang="en-US" sz="2400" baseline="-25000">
                    <a:latin typeface="Times New Roman" panose="02020603050405020304" pitchFamily="18" charset="0"/>
                    <a:cs typeface="Times New Roman" panose="02020603050405020304" pitchFamily="18" charset="0"/>
                  </a:endParaRPr>
                </a:p>
              </p:txBody>
            </p:sp>
            <p:cxnSp>
              <p:nvCxnSpPr>
                <p:cNvPr id="1073742964" name="直接箭头连接符 1073742963"/>
                <p:cNvCxnSpPr/>
                <p:nvPr/>
              </p:nvCxnSpPr>
              <p:spPr>
                <a:xfrm>
                  <a:off x="2518" y="2575"/>
                  <a:ext cx="418" cy="1"/>
                </a:xfrm>
                <a:prstGeom prst="straightConnector1">
                  <a:avLst/>
                </a:prstGeom>
                <a:ln w="25400" cap="flat" cmpd="sng">
                  <a:solidFill>
                    <a:srgbClr val="000000"/>
                  </a:solidFill>
                  <a:prstDash val="solid"/>
                  <a:headEnd type="none" w="med" len="med"/>
                  <a:tailEnd type="triangle" w="lg" len="lg"/>
                </a:ln>
              </p:spPr>
            </p:cxnSp>
            <p:cxnSp>
              <p:nvCxnSpPr>
                <p:cNvPr id="1073742967" name="直接箭头连接符 1073742966"/>
                <p:cNvCxnSpPr/>
                <p:nvPr/>
              </p:nvCxnSpPr>
              <p:spPr>
                <a:xfrm flipH="1">
                  <a:off x="3585" y="2575"/>
                  <a:ext cx="418" cy="1"/>
                </a:xfrm>
                <a:prstGeom prst="straightConnector1">
                  <a:avLst/>
                </a:prstGeom>
                <a:ln w="25400" cap="flat" cmpd="sng">
                  <a:solidFill>
                    <a:srgbClr val="000000"/>
                  </a:solidFill>
                  <a:prstDash val="solid"/>
                  <a:headEnd type="none" w="med" len="med"/>
                  <a:tailEnd type="triangle" w="lg" len="lg"/>
                </a:ln>
              </p:spPr>
            </p:cxnSp>
            <p:cxnSp>
              <p:nvCxnSpPr>
                <p:cNvPr id="1073742971" name="直接箭头连接符 1073742970"/>
                <p:cNvCxnSpPr/>
                <p:nvPr/>
              </p:nvCxnSpPr>
              <p:spPr>
                <a:xfrm>
                  <a:off x="3247" y="2114"/>
                  <a:ext cx="1" cy="313"/>
                </a:xfrm>
                <a:prstGeom prst="straightConnector1">
                  <a:avLst/>
                </a:prstGeom>
                <a:ln w="25400" cap="flat" cmpd="sng">
                  <a:solidFill>
                    <a:srgbClr val="000000"/>
                  </a:solidFill>
                  <a:prstDash val="solid"/>
                  <a:headEnd type="none" w="med" len="med"/>
                  <a:tailEnd type="triangle" w="lg" len="lg"/>
                </a:ln>
              </p:spPr>
            </p:cxnSp>
            <p:sp>
              <p:nvSpPr>
                <p:cNvPr id="1073742972" name="矩形 1073742971"/>
                <p:cNvSpPr/>
                <p:nvPr/>
              </p:nvSpPr>
              <p:spPr>
                <a:xfrm>
                  <a:off x="3935" y="2378"/>
                  <a:ext cx="779" cy="722"/>
                </a:xfrm>
                <a:prstGeom prst="rect">
                  <a:avLst/>
                </a:prstGeom>
                <a:ln w="25400" cap="flat" cmpd="sng">
                  <a:noFill/>
                  <a:prstDash val="solid"/>
                  <a:headEnd type="none" w="med" len="med"/>
                  <a:tailEnd type="triangle" w="med" len="med"/>
                </a:ln>
              </p:spPr>
              <p:txBody>
                <a:bodyPr wrap="none" anchor="ctr" anchorCtr="0">
                  <a:spAutoFit/>
                </a:bodyPr>
                <a:p>
                  <a:pPr algn="ctr"/>
                  <a:r>
                    <a:rPr lang="en-US" altLang="zh-CN" sz="2400" b="1">
                      <a:latin typeface="Times New Roman" panose="02020603050405020304" pitchFamily="18" charset="0"/>
                      <a:cs typeface="Times New Roman" panose="02020603050405020304" pitchFamily="18" charset="0"/>
                    </a:rPr>
                    <a:t>C</a:t>
                  </a:r>
                  <a:r>
                    <a:rPr lang="zh-CN" altLang="en-US" sz="2400" b="1">
                      <a:latin typeface="Times New Roman" panose="02020603050405020304" pitchFamily="18" charset="0"/>
                      <a:cs typeface="Times New Roman" panose="02020603050405020304" pitchFamily="18" charset="0"/>
                    </a:rPr>
                    <a:t>H</a:t>
                  </a:r>
                  <a:r>
                    <a:rPr lang="en-US" altLang="zh-CN" sz="2400" b="1" baseline="-25000">
                      <a:latin typeface="Times New Roman" panose="02020603050405020304" pitchFamily="18" charset="0"/>
                      <a:cs typeface="Times New Roman" panose="02020603050405020304" pitchFamily="18" charset="0"/>
                    </a:rPr>
                    <a:t>4</a:t>
                  </a:r>
                  <a:endParaRPr lang="en-US" altLang="zh-CN" sz="2400" baseline="-25000">
                    <a:latin typeface="Times New Roman" panose="02020603050405020304" pitchFamily="18" charset="0"/>
                    <a:cs typeface="Times New Roman" panose="02020603050405020304" pitchFamily="18" charset="0"/>
                  </a:endParaRPr>
                </a:p>
                <a:p>
                  <a:pPr algn="ctr"/>
                  <a:r>
                    <a:rPr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③</a:t>
                  </a:r>
                  <a:endParaRPr lang="zh-CN" altLang="en-US" sz="2400" baseline="-25000">
                    <a:latin typeface="Times New Roman" panose="02020603050405020304" pitchFamily="18" charset="0"/>
                    <a:cs typeface="Times New Roman" panose="02020603050405020304" pitchFamily="18" charset="0"/>
                  </a:endParaRPr>
                </a:p>
              </p:txBody>
            </p:sp>
            <p:sp>
              <p:nvSpPr>
                <p:cNvPr id="1073742982" name="文本框 1073742981"/>
                <p:cNvSpPr txBox="1"/>
                <p:nvPr/>
              </p:nvSpPr>
              <p:spPr>
                <a:xfrm>
                  <a:off x="2141" y="2378"/>
                  <a:ext cx="494" cy="722"/>
                </a:xfrm>
                <a:prstGeom prst="rect">
                  <a:avLst/>
                </a:prstGeom>
                <a:noFill/>
                <a:ln w="9525">
                  <a:noFill/>
                </a:ln>
              </p:spPr>
              <p:txBody>
                <a:bodyPr wrap="square">
                  <a:spAutoFit/>
                </a:bodyPr>
                <a:p>
                  <a:pPr algn="ctr"/>
                  <a:r>
                    <a:rPr lang="zh-CN" altLang="en-US" sz="2400" b="1">
                      <a:latin typeface="Times New Roman" panose="02020603050405020304" pitchFamily="18" charset="0"/>
                      <a:cs typeface="Times New Roman" panose="02020603050405020304" pitchFamily="18" charset="0"/>
                    </a:rPr>
                    <a:t>C</a:t>
                  </a:r>
                  <a:r>
                    <a:rPr lang="zh-CN" altLang="en-US" sz="2400" b="1">
                      <a:latin typeface="宋体" panose="02010600030101010101" pitchFamily="2" charset="-122"/>
                      <a:ea typeface="宋体" panose="02010600030101010101" pitchFamily="2" charset="-122"/>
                      <a:cs typeface="Times New Roman" panose="02020603050405020304" pitchFamily="18" charset="0"/>
                    </a:rPr>
                    <a:t>⑤</a:t>
                  </a:r>
                  <a:endParaRPr lang="zh-CN" altLang="en-US" sz="2400" b="1">
                    <a:latin typeface="宋体" panose="02010600030101010101" pitchFamily="2" charset="-122"/>
                    <a:ea typeface="宋体" panose="02010600030101010101" pitchFamily="2" charset="-122"/>
                    <a:cs typeface="Times New Roman" panose="02020603050405020304" pitchFamily="18" charset="0"/>
                  </a:endParaRPr>
                </a:p>
              </p:txBody>
            </p:sp>
          </p:grpSp>
          <p:sp>
            <p:nvSpPr>
              <p:cNvPr id="8" name="文本框 7"/>
              <p:cNvSpPr txBox="1"/>
              <p:nvPr/>
            </p:nvSpPr>
            <p:spPr>
              <a:xfrm>
                <a:off x="11769" y="-432"/>
                <a:ext cx="1983" cy="1331"/>
              </a:xfrm>
              <a:prstGeom prst="rect">
                <a:avLst/>
              </a:prstGeom>
              <a:noFill/>
              <a:ln w="9525">
                <a:noFill/>
              </a:ln>
            </p:spPr>
            <p:txBody>
              <a:bodyPr wrap="square">
                <a:spAutoFit/>
              </a:bodyPr>
              <a:p>
                <a:pPr algn="ctr"/>
                <a:r>
                  <a:rPr lang="zh-CN" altLang="en-US" sz="2400" b="1">
                    <a:latin typeface="Times New Roman" panose="02020603050405020304" pitchFamily="18" charset="0"/>
                    <a:cs typeface="Times New Roman" panose="02020603050405020304" pitchFamily="18" charset="0"/>
                  </a:rPr>
                  <a:t>CaCO</a:t>
                </a:r>
                <a:r>
                  <a:rPr lang="zh-CN" altLang="en-US" sz="2400" b="1" baseline="-25000">
                    <a:latin typeface="Times New Roman" panose="02020603050405020304" pitchFamily="18" charset="0"/>
                    <a:cs typeface="Times New Roman" panose="02020603050405020304" pitchFamily="18" charset="0"/>
                  </a:rPr>
                  <a:t>3</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②</a:t>
                </a:r>
                <a:endParaRPr lang="zh-CN" altLang="en-US" sz="2400" b="1" baseline="-25000">
                  <a:latin typeface="Times New Roman" panose="02020603050405020304" pitchFamily="18" charset="0"/>
                  <a:cs typeface="Times New Roman" panose="02020603050405020304" pitchFamily="18" charset="0"/>
                </a:endParaRPr>
              </a:p>
            </p:txBody>
          </p:sp>
        </p:grpSp>
      </p:grpSp>
      <p:sp>
        <p:nvSpPr>
          <p:cNvPr id="24" name="标题 4"/>
          <p:cNvSpPr>
            <a:spLocks noGrp="1"/>
          </p:cNvSpPr>
          <p:nvPr>
            <p:custDataLst>
              <p:tags r:id="rId2"/>
            </p:custDataLst>
          </p:nvPr>
        </p:nvSpPr>
        <p:spPr>
          <a:xfrm>
            <a:off x="803910" y="24960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→达标训练</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grpSp>
        <p:nvGrpSpPr>
          <p:cNvPr id="25" name="组合 24"/>
          <p:cNvGrpSpPr/>
          <p:nvPr/>
        </p:nvGrpSpPr>
        <p:grpSpPr>
          <a:xfrm>
            <a:off x="7910195" y="4719955"/>
            <a:ext cx="2480945" cy="607060"/>
            <a:chOff x="11585" y="4067"/>
            <a:chExt cx="3907" cy="956"/>
          </a:xfrm>
        </p:grpSpPr>
        <p:sp>
          <p:nvSpPr>
            <p:cNvPr id="26" name="文本框 25"/>
            <p:cNvSpPr txBox="1"/>
            <p:nvPr>
              <p:custDataLst>
                <p:tags r:id="rId3"/>
              </p:custDataLst>
            </p:nvPr>
          </p:nvSpPr>
          <p:spPr>
            <a:xfrm>
              <a:off x="11585" y="4289"/>
              <a:ext cx="3907" cy="734"/>
            </a:xfrm>
            <a:prstGeom prst="rect">
              <a:avLst/>
            </a:prstGeom>
            <a:noFill/>
            <a:ln w="9525">
              <a:noFill/>
            </a:ln>
          </p:spPr>
          <p:txBody>
            <a:bodyPr wrap="none" tIns="36195">
              <a:spAutoFit/>
            </a:bodyPr>
            <a:lstStyle>
              <a:lvl1pPr marL="342900" lvl="0" indent="-3429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3200" b="1" u="none" kern="1200" baseline="0">
                  <a:solidFill>
                    <a:schemeClr val="tx1"/>
                  </a:solidFill>
                  <a:latin typeface="Arial" panose="020B0604020202090204" pitchFamily="34" charset="0"/>
                  <a:ea typeface="宋体" panose="02010600030101010101" pitchFamily="2" charset="-122"/>
                </a:defRPr>
              </a:lvl1pPr>
              <a:lvl2pPr marL="742950" lvl="1" indent="-28575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800" b="1" u="none" kern="1200" baseline="0">
                  <a:solidFill>
                    <a:schemeClr val="tx1"/>
                  </a:solidFill>
                  <a:latin typeface="Arial" panose="020B0604020202090204" pitchFamily="34" charset="0"/>
                  <a:ea typeface="宋体" panose="02010600030101010101" pitchFamily="2" charset="-122"/>
                </a:defRPr>
              </a:lvl2pPr>
              <a:lvl3pPr marL="1143000" lvl="2"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400" b="1" u="none" kern="1200" baseline="0">
                  <a:solidFill>
                    <a:schemeClr val="tx1"/>
                  </a:solidFill>
                  <a:latin typeface="Arial" panose="020B0604020202090204" pitchFamily="34" charset="0"/>
                  <a:ea typeface="宋体" panose="02010600030101010101" pitchFamily="2" charset="-122"/>
                </a:defRPr>
              </a:lvl3pPr>
              <a:lvl4pPr marL="1600200" lvl="3" indent="-228600" algn="l" rtl="0" eaLnBrk="0" fontAlgn="base" latinLnBrk="0" hangingPunct="0">
                <a:lnSpc>
                  <a:spcPct val="100000"/>
                </a:lnSpc>
                <a:spcBef>
                  <a:spcPct val="20000"/>
                </a:spcBef>
                <a:spcAft>
                  <a:spcPct val="0"/>
                </a:spcAft>
                <a:buSzPct val="100000"/>
                <a:buFont typeface="Times New Roman" panose="02020603050405020304" pitchFamily="18" charset="0"/>
                <a:buChar char="–"/>
                <a:defRPr sz="2000" b="1" u="none" kern="1200" baseline="0">
                  <a:solidFill>
                    <a:schemeClr val="tx1"/>
                  </a:solidFill>
                  <a:latin typeface="Arial" panose="020B0604020202090204" pitchFamily="34" charset="0"/>
                  <a:ea typeface="宋体" panose="02010600030101010101" pitchFamily="2" charset="-122"/>
                </a:defRPr>
              </a:lvl4pPr>
              <a:lvl5pPr marL="2057400" lvl="4" indent="-228600" algn="l" rtl="0" eaLnBrk="0" fontAlgn="base" latinLnBrk="0" hangingPunct="0">
                <a:lnSpc>
                  <a:spcPct val="100000"/>
                </a:lnSpc>
                <a:spcBef>
                  <a:spcPct val="20000"/>
                </a:spcBef>
                <a:spcAft>
                  <a:spcPct val="0"/>
                </a:spcAft>
                <a:buSzPct val="100000"/>
                <a:buFontTx/>
                <a:buChar char="»"/>
                <a:defRPr sz="2000" b="1" u="none" kern="1200" baseline="0">
                  <a:solidFill>
                    <a:schemeClr val="tx1"/>
                  </a:solidFill>
                  <a:latin typeface="Arial" panose="020B0604020202090204" pitchFamily="34" charset="0"/>
                  <a:ea typeface="宋体" panose="02010600030101010101" pitchFamily="2" charset="-122"/>
                </a:defRPr>
              </a:lvl5pPr>
            </a:lstStyle>
            <a:p>
              <a:pPr marL="0" lvl="0" indent="0" algn="l" eaLnBrk="1" latinLnBrk="0" hangingPunct="1">
                <a:spcBef>
                  <a:spcPct val="0"/>
                </a:spcBef>
                <a:buNone/>
              </a:pPr>
              <a:r>
                <a:rPr 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O</a:t>
              </a:r>
              <a:r>
                <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         </a:t>
              </a:r>
              <a:r>
                <a:rPr lang="zh-CN" altLang="en-US"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  </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2</a:t>
              </a:r>
              <a:r>
                <a:rPr lang="en-US" altLang="zh-CN" sz="25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rPr>
                <a:t>CO</a:t>
              </a:r>
              <a:endParaRPr lang="zh-CN" altLang="en-US" sz="2500" baseline="-25000">
                <a:ln>
                  <a:noFill/>
                </a:ln>
                <a:solidFill>
                  <a:schemeClr val="tx1">
                    <a:lumMod val="75000"/>
                    <a:lumOff val="25000"/>
                  </a:schemeClr>
                </a:solidFill>
                <a:uFillTx/>
                <a:latin typeface="Times New Roman" panose="02020603050405020304" pitchFamily="18" charset="0"/>
                <a:ea typeface="楷体" panose="02010609060101010101" charset="-122"/>
                <a:cs typeface="楷体" panose="02010609060101010101" charset="-122"/>
              </a:endParaRPr>
            </a:p>
          </p:txBody>
        </p:sp>
        <p:grpSp>
          <p:nvGrpSpPr>
            <p:cNvPr id="27" name="组合 26"/>
            <p:cNvGrpSpPr/>
            <p:nvPr/>
          </p:nvGrpSpPr>
          <p:grpSpPr>
            <a:xfrm rot="0">
              <a:off x="13305" y="4067"/>
              <a:ext cx="1092" cy="628"/>
              <a:chOff x="15933" y="5529"/>
              <a:chExt cx="891" cy="628"/>
            </a:xfrm>
          </p:grpSpPr>
          <p:grpSp>
            <p:nvGrpSpPr>
              <p:cNvPr id="28" name="组合 27"/>
              <p:cNvGrpSpPr/>
              <p:nvPr/>
            </p:nvGrpSpPr>
            <p:grpSpPr>
              <a:xfrm>
                <a:off x="15933" y="5529"/>
                <a:ext cx="891" cy="628"/>
                <a:chOff x="6700871" y="5089833"/>
                <a:chExt cx="565821" cy="398771"/>
              </a:xfrm>
            </p:grpSpPr>
            <p:sp>
              <p:nvSpPr>
                <p:cNvPr id="29" name="矩形 28"/>
                <p:cNvSpPr/>
                <p:nvPr>
                  <p:custDataLst>
                    <p:tags r:id="rId4"/>
                  </p:custDataLst>
                </p:nvPr>
              </p:nvSpPr>
              <p:spPr>
                <a:xfrm>
                  <a:off x="6700871" y="5089833"/>
                  <a:ext cx="565821" cy="398771"/>
                </a:xfrm>
                <a:prstGeom prst="rect">
                  <a:avLst/>
                </a:prstGeom>
              </p:spPr>
              <p:txBody>
                <a:bodyPr wrap="none">
                  <a:spAutoFit/>
                </a:bodyPr>
                <a:p>
                  <a:pPr lvl="0" algn="l"/>
                  <a:r>
                    <a:rPr lang="zh-CN" sz="2000" b="1" kern="100" dirty="0" smtClean="0">
                      <a:ln>
                        <a:noFill/>
                      </a:ln>
                      <a:solidFill>
                        <a:schemeClr val="tx1">
                          <a:lumMod val="75000"/>
                          <a:lumOff val="25000"/>
                        </a:schemeClr>
                      </a:solidFill>
                      <a:latin typeface="楷体" panose="02010609060101010101" charset="-122"/>
                      <a:ea typeface="楷体" panose="02010609060101010101" charset="-122"/>
                    </a:rPr>
                    <a:t>高温</a:t>
                  </a:r>
                  <a:endParaRPr lang="zh-CN" sz="2000" b="1" kern="100" dirty="0" smtClean="0">
                    <a:ln>
                      <a:noFill/>
                    </a:ln>
                    <a:solidFill>
                      <a:schemeClr val="tx1">
                        <a:lumMod val="75000"/>
                        <a:lumOff val="25000"/>
                      </a:schemeClr>
                    </a:solidFill>
                    <a:latin typeface="楷体" panose="02010609060101010101" charset="-122"/>
                    <a:ea typeface="楷体" panose="02010609060101010101" charset="-122"/>
                  </a:endParaRPr>
                </a:p>
              </p:txBody>
            </p:sp>
            <p:cxnSp>
              <p:nvCxnSpPr>
                <p:cNvPr id="30" name="直接箭头连接符 29"/>
                <p:cNvCxnSpPr/>
                <p:nvPr>
                  <p:custDataLst>
                    <p:tags r:id="rId5"/>
                  </p:custDataLst>
                </p:nvPr>
              </p:nvCxnSpPr>
              <p:spPr>
                <a:xfrm flipV="1">
                  <a:off x="6728185" y="5418161"/>
                  <a:ext cx="499383" cy="4555"/>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31" name="直接箭头连接符 30"/>
              <p:cNvCxnSpPr/>
              <p:nvPr>
                <p:custDataLst>
                  <p:tags r:id="rId6"/>
                </p:custDataLst>
              </p:nvPr>
            </p:nvCxnSpPr>
            <p:spPr>
              <a:xfrm flipV="1">
                <a:off x="15984" y="6100"/>
                <a:ext cx="786" cy="7"/>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24"/>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24"/>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SUBCATEGORY" val="0"/>
  <p:tag name="KSO_WM_TEMPLATE_MASTER_TYPE" val="1"/>
  <p:tag name="KSO_WM_TEMPLATE_COLOR_TYPE" val="1"/>
  <p:tag name="KSO_WM_TEMPLATE_MASTER_THUMB_INDEX" val="18"/>
  <p:tag name="KSO_WM_TAG_VERSION" val="1.0"/>
  <p:tag name="KSO_WM_BEAUTIFY_FLAG" val="#wm#"/>
  <p:tag name="KSO_WM_TEMPLATE_CATEGORY" val="custom"/>
  <p:tag name="KSO_WM_TEMPLATE_INDEX" val="20202824"/>
  <p:tag name="KSO_WM_TEMPLATE_THUMBS_INDEX" val="1、4、5、6、7、8、9、10、11、12、13"/>
</p:tagLst>
</file>

<file path=ppt/tags/tag125.xml><?xml version="1.0" encoding="utf-8"?>
<p:tagLst xmlns:p="http://schemas.openxmlformats.org/presentationml/2006/main">
  <p:tag name="KSO_WM_TAG_VERSION" val="1.0"/>
  <p:tag name="KSO_WM_BEAUTIFY_FLAG" val="#wm#"/>
  <p:tag name="KSO_WM_UNIT_TYPE" val="i"/>
  <p:tag name="KSO_WM_UNIT_ID" val="custom20181609_1*i*4"/>
  <p:tag name="KSO_WM_TEMPLATE_CATEGORY" val="custom"/>
  <p:tag name="KSO_WM_TEMPLATE_INDEX" val="20181609"/>
  <p:tag name="KSO_WM_UNIT_INDEX" val="4"/>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p="http://schemas.openxmlformats.org/presentationml/2006/main">
  <p:tag name="KSO_WM_UNIT_ISCONTENTSTITLE" val="0"/>
  <p:tag name="KSO_WM_UNIT_PRESET_TEXT" val="教育教学说课公开课"/>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181609_1*a*1"/>
  <p:tag name="KSO_WM_TEMPLATE_CATEGORY" val="custom"/>
  <p:tag name="KSO_WM_TEMPLATE_INDEX" val="20181609"/>
  <p:tag name="KSO_WM_UNIT_LAYERLEVEL" val="1"/>
  <p:tag name="KSO_WM_TAG_VERSION" val="1.0"/>
  <p:tag name="KSO_WM_BEAUTIFY_FLAG" val="#wm#"/>
</p:tagLst>
</file>

<file path=ppt/tags/tag127.xml><?xml version="1.0" encoding="utf-8"?>
<p:tagLst xmlns:p="http://schemas.openxmlformats.org/presentationml/2006/main">
  <p:tag name="KSO_WM_TEMPLATE_CATEGORY" val="custom"/>
  <p:tag name="KSO_WM_TEMPLATE_INDEX" val="20181609"/>
  <p:tag name="KSO_WM_UNIT_TYPE" val="b"/>
  <p:tag name="KSO_WM_UNIT_INDEX" val="1"/>
  <p:tag name="KSO_WM_UNIT_ID" val="custom20181609_1*b*1"/>
  <p:tag name="KSO_WM_UNIT_LAYERLEVEL" val="1"/>
  <p:tag name="KSO_WM_UNIT_VALUE" val="28"/>
  <p:tag name="KSO_WM_UNIT_ISCONTENTSTITLE" val="0"/>
  <p:tag name="KSO_WM_UNIT_HIGHLIGHT" val="0"/>
  <p:tag name="KSO_WM_UNIT_COMPATIBLE" val="0"/>
  <p:tag name="KSO_WM_BEAUTIFY_FLAG" val="#wm#"/>
  <p:tag name="KSO_WM_TAG_VERSION" val="1.0"/>
  <p:tag name="KSO_WM_UNIT_PRESET_TEXT" val="信息话教学      公开课        示范课        说课微课"/>
  <p:tag name="KSO_WM_UNIT_NOCLEAR" val="0"/>
  <p:tag name="KSO_WM_UNIT_DIAGRAM_ISNUMVISUAL" val="0"/>
  <p:tag name="KSO_WM_UNIT_DIAGRAM_ISREFERUNIT" val="0"/>
</p:tagLst>
</file>

<file path=ppt/tags/tag128.xml><?xml version="1.0" encoding="utf-8"?>
<p:tagLst xmlns:p="http://schemas.openxmlformats.org/presentationml/2006/main">
  <p:tag name="KSO_WM_TAG_VERSION" val="1.0"/>
  <p:tag name="KSO_WM_SLIDE_ITEM_CNT" val="0"/>
  <p:tag name="KSO_WM_SLIDE_LAYOUT" val="a_b"/>
  <p:tag name="KSO_WM_SLIDE_LAYOUT_CNT" val="1_3"/>
  <p:tag name="KSO_WM_SLIDE_TYPE" val="title"/>
  <p:tag name="KSO_WM_BEAUTIFY_FLAG" val="#wm#"/>
  <p:tag name="KSO_WM_COMBINE_RELATE_SLIDE_ID" val="background20180991_1"/>
  <p:tag name="KSO_WM_TEMPLATE_CATEGORY" val="custom"/>
  <p:tag name="KSO_WM_TEMPLATE_INDEX" val="20202824"/>
  <p:tag name="KSO_WM_SLIDE_ID" val="custom20181609_1"/>
  <p:tag name="KSO_WM_SLIDE_INDEX" val="1"/>
  <p:tag name="KSO_WM_TEMPLATE_SUBCATEGORY" val="0"/>
  <p:tag name="KSO_WM_TEMPLATE_THUMBS_INDEX" val="1、4、5、6、12、13、18、19"/>
  <p:tag name="KSO_WM_SLIDE_SUBTYPE" val="pureTxt"/>
  <p:tag name="KSO_WM_SPECIAL_SOURCE" val="bdnull"/>
</p:tagLst>
</file>

<file path=ppt/tags/tag129.xml><?xml version="1.0" encoding="utf-8"?>
<p:tagLst xmlns:p="http://schemas.openxmlformats.org/presentationml/2006/main">
  <p:tag name="KSO_WM_FULL_TEXT_BEAUTIFY_COPY_ID" val="5"/>
</p:tagLst>
</file>

<file path=ppt/tags/tag130.xml><?xml version="1.0" encoding="utf-8"?>
<p:tagLst xmlns:p="http://schemas.openxmlformats.org/presentationml/2006/main">
  <p:tag name="KSO_WM_FULL_TEXT_BEAUTIFY_COPY_ID" val="2"/>
</p:tagLst>
</file>

<file path=ppt/tags/tag131.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32.xml><?xml version="1.0" encoding="utf-8"?>
<p:tagLst xmlns:p="http://schemas.openxmlformats.org/presentationml/2006/main">
  <p:tag name="KSO_WM_FULL_TEXT_BEAUTIFY_COPY_ID" val="2"/>
</p:tagLst>
</file>

<file path=ppt/tags/tag133.xml><?xml version="1.0" encoding="utf-8"?>
<p:tagLst xmlns:p="http://schemas.openxmlformats.org/presentationml/2006/main">
  <p:tag name="KSO_WM_UNIT_TABLE_BEAUTIFY" val="smartTable{1706b5e0-cc0e-490e-ab6c-b2ff1582a26e}"/>
  <p:tag name="TABLE_EMPHASIZE_COLOR" val="5787233"/>
  <p:tag name="TABLE_SKINIDX" val="0"/>
  <p:tag name="TABLE_COLORIDX" val="19"/>
  <p:tag name="TABLE_COLOR_RGB" val="0x000000*0xFFFFFF*0x212121*0xFFFFFF*0x584E61*0x786577*0xA593A4*0xB3ADC2*0xC8C6CF*0xE6E6E8"/>
</p:tagLst>
</file>

<file path=ppt/tags/tag134.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35.xml><?xml version="1.0" encoding="utf-8"?>
<p:tagLst xmlns:p="http://schemas.openxmlformats.org/presentationml/2006/main">
  <p:tag name="KSO_WM_UNIT_TABLE_BEAUTIFY" val="smartTable{9b663bf4-d0af-4470-b6f4-72e73df15311}"/>
</p:tagLst>
</file>

<file path=ppt/tags/tag136.xml><?xml version="1.0" encoding="utf-8"?>
<p:tagLst xmlns:p="http://schemas.openxmlformats.org/presentationml/2006/main">
  <p:tag name="KSO_WM_FULL_TEXT_BEAUTIFY_COPY_ID" val="5"/>
</p:tagLst>
</file>

<file path=ppt/tags/tag137.xml><?xml version="1.0" encoding="utf-8"?>
<p:tagLst xmlns:p="http://schemas.openxmlformats.org/presentationml/2006/main">
  <p:tag name="KSO_WM_FULL_TEXT_BEAUTIFY_COPY_ID" val="6"/>
</p:tagLst>
</file>

<file path=ppt/tags/tag138.xml><?xml version="1.0" encoding="utf-8"?>
<p:tagLst xmlns:p="http://schemas.openxmlformats.org/presentationml/2006/main">
  <p:tag name="KSO_WM_FULL_TEXT_BEAUTIFY_COPY_ID" val="40"/>
</p:tagLst>
</file>

<file path=ppt/tags/tag139.xml><?xml version="1.0" encoding="utf-8"?>
<p:tagLst xmlns:p="http://schemas.openxmlformats.org/presentationml/2006/main">
  <p:tag name="KSO_WM_FULL_TEXT_BEAUTIFY_COPY_ID" val="41"/>
</p:tagLst>
</file>

<file path=ppt/tags/tag140.xml><?xml version="1.0" encoding="utf-8"?>
<p:tagLst xmlns:p="http://schemas.openxmlformats.org/presentationml/2006/main">
  <p:tag name="KSO_WM_FULL_TEXT_BEAUTIFY_COPY_ID" val="42"/>
</p:tagLst>
</file>

<file path=ppt/tags/tag141.xml><?xml version="1.0" encoding="utf-8"?>
<p:tagLst xmlns:p="http://schemas.openxmlformats.org/presentationml/2006/main">
  <p:tag name="KSO_WM_FULL_TEXT_BEAUTIFY_COPY_ID" val="6"/>
</p:tagLst>
</file>

<file path=ppt/tags/tag142.xml><?xml version="1.0" encoding="utf-8"?>
<p:tagLst xmlns:p="http://schemas.openxmlformats.org/presentationml/2006/main">
  <p:tag name="KSO_WM_FULL_TEXT_BEAUTIFY_COPY_ID" val="40"/>
</p:tagLst>
</file>

<file path=ppt/tags/tag143.xml><?xml version="1.0" encoding="utf-8"?>
<p:tagLst xmlns:p="http://schemas.openxmlformats.org/presentationml/2006/main">
  <p:tag name="KSO_WM_FULL_TEXT_BEAUTIFY_COPY_ID" val="41"/>
</p:tagLst>
</file>

<file path=ppt/tags/tag144.xml><?xml version="1.0" encoding="utf-8"?>
<p:tagLst xmlns:p="http://schemas.openxmlformats.org/presentationml/2006/main">
  <p:tag name="KSO_WM_FULL_TEXT_BEAUTIFY_COPY_ID" val="42"/>
</p:tagLst>
</file>

<file path=ppt/tags/tag145.xml><?xml version="1.0" encoding="utf-8"?>
<p:tagLst xmlns:p="http://schemas.openxmlformats.org/presentationml/2006/main">
  <p:tag name="KSO_WM_FULL_TEXT_BEAUTIFY_COPY_ID" val="6"/>
</p:tagLst>
</file>

<file path=ppt/tags/tag146.xml><?xml version="1.0" encoding="utf-8"?>
<p:tagLst xmlns:p="http://schemas.openxmlformats.org/presentationml/2006/main">
  <p:tag name="KSO_WM_FULL_TEXT_BEAUTIFY_COPY_ID" val="40"/>
</p:tagLst>
</file>

<file path=ppt/tags/tag147.xml><?xml version="1.0" encoding="utf-8"?>
<p:tagLst xmlns:p="http://schemas.openxmlformats.org/presentationml/2006/main">
  <p:tag name="KSO_WM_FULL_TEXT_BEAUTIFY_COPY_ID" val="41"/>
</p:tagLst>
</file>

<file path=ppt/tags/tag148.xml><?xml version="1.0" encoding="utf-8"?>
<p:tagLst xmlns:p="http://schemas.openxmlformats.org/presentationml/2006/main">
  <p:tag name="KSO_WM_FULL_TEXT_BEAUTIFY_COPY_ID" val="42"/>
</p:tagLst>
</file>

<file path=ppt/tags/tag149.xml><?xml version="1.0" encoding="utf-8"?>
<p:tagLst xmlns:p="http://schemas.openxmlformats.org/presentationml/2006/main">
  <p:tag name="KSO_WM_FULL_TEXT_BEAUTIFY_COPY_ID" val="6"/>
</p:tagLst>
</file>

<file path=ppt/tags/tag150.xml><?xml version="1.0" encoding="utf-8"?>
<p:tagLst xmlns:p="http://schemas.openxmlformats.org/presentationml/2006/main">
  <p:tag name="KSO_WM_FULL_TEXT_BEAUTIFY_COPY_ID" val="40"/>
</p:tagLst>
</file>

<file path=ppt/tags/tag151.xml><?xml version="1.0" encoding="utf-8"?>
<p:tagLst xmlns:p="http://schemas.openxmlformats.org/presentationml/2006/main">
  <p:tag name="KSO_WM_FULL_TEXT_BEAUTIFY_COPY_ID" val="41"/>
</p:tagLst>
</file>

<file path=ppt/tags/tag152.xml><?xml version="1.0" encoding="utf-8"?>
<p:tagLst xmlns:p="http://schemas.openxmlformats.org/presentationml/2006/main">
  <p:tag name="KSO_WM_FULL_TEXT_BEAUTIFY_COPY_ID" val="42"/>
</p:tagLst>
</file>

<file path=ppt/tags/tag153.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54.xml><?xml version="1.0" encoding="utf-8"?>
<p:tagLst xmlns:p="http://schemas.openxmlformats.org/presentationml/2006/main">
  <p:tag name="KSO_WM_UNIT_TABLE_BEAUTIFY" val="smartTable{1f6845d8-1337-4a2a-8819-ebfe25665106}"/>
  <p:tag name="TABLE_EMPHASIZE_COLOR" val="5787233"/>
  <p:tag name="TABLE_SKINIDX" val="0"/>
  <p:tag name="TABLE_COLORIDX" val="19"/>
  <p:tag name="TABLE_COLOR_RGB" val="0x000000*0xFFFFFF*0x212121*0xFFFFFF*0x584E61*0x786577*0xA593A4*0xB3ADC2*0xC8C6CF*0xE6E6E8"/>
</p:tagLst>
</file>

<file path=ppt/tags/tag155.xml><?xml version="1.0" encoding="utf-8"?>
<p:tagLst xmlns:p="http://schemas.openxmlformats.org/presentationml/2006/main">
  <p:tag name="KSO_WM_FULL_TEXT_BEAUTIFY_COPY_ID" val="5"/>
</p:tagLst>
</file>

<file path=ppt/tags/tag156.xml><?xml version="1.0" encoding="utf-8"?>
<p:tagLst xmlns:p="http://schemas.openxmlformats.org/presentationml/2006/main">
  <p:tag name="KSO_WM_FULL_TEXT_BEAUTIFY_COPY_ID" val="5"/>
</p:tagLst>
</file>

<file path=ppt/tags/tag157.xml><?xml version="1.0" encoding="utf-8"?>
<p:tagLst xmlns:p="http://schemas.openxmlformats.org/presentationml/2006/main">
  <p:tag name="KSO_WM_FULL_TEXT_BEAUTIFY_COPY_ID" val="6"/>
</p:tagLst>
</file>

<file path=ppt/tags/tag158.xml><?xml version="1.0" encoding="utf-8"?>
<p:tagLst xmlns:p="http://schemas.openxmlformats.org/presentationml/2006/main">
  <p:tag name="KSO_WM_FULL_TEXT_BEAUTIFY_COPY_ID" val="40"/>
</p:tagLst>
</file>

<file path=ppt/tags/tag159.xml><?xml version="1.0" encoding="utf-8"?>
<p:tagLst xmlns:p="http://schemas.openxmlformats.org/presentationml/2006/main">
  <p:tag name="KSO_WM_FULL_TEXT_BEAUTIFY_COPY_ID" val="41"/>
</p:tagLst>
</file>

<file path=ppt/tags/tag160.xml><?xml version="1.0" encoding="utf-8"?>
<p:tagLst xmlns:p="http://schemas.openxmlformats.org/presentationml/2006/main">
  <p:tag name="KSO_WM_FULL_TEXT_BEAUTIFY_COPY_ID" val="42"/>
</p:tagLst>
</file>

<file path=ppt/tags/tag161.xml><?xml version="1.0" encoding="utf-8"?>
<p:tagLst xmlns:p="http://schemas.openxmlformats.org/presentationml/2006/main">
  <p:tag name="KSO_WM_FULL_TEXT_BEAUTIFY_COPY_ID" val="6"/>
</p:tagLst>
</file>

<file path=ppt/tags/tag162.xml><?xml version="1.0" encoding="utf-8"?>
<p:tagLst xmlns:p="http://schemas.openxmlformats.org/presentationml/2006/main">
  <p:tag name="KSO_WM_FULL_TEXT_BEAUTIFY_COPY_ID" val="6"/>
</p:tagLst>
</file>

<file path=ppt/tags/tag163.xml><?xml version="1.0" encoding="utf-8"?>
<p:tagLst xmlns:p="http://schemas.openxmlformats.org/presentationml/2006/main">
  <p:tag name="KSO_WM_FULL_TEXT_BEAUTIFY_COPY_ID" val="40"/>
</p:tagLst>
</file>

<file path=ppt/tags/tag164.xml><?xml version="1.0" encoding="utf-8"?>
<p:tagLst xmlns:p="http://schemas.openxmlformats.org/presentationml/2006/main">
  <p:tag name="KSO_WM_FULL_TEXT_BEAUTIFY_COPY_ID" val="41"/>
</p:tagLst>
</file>

<file path=ppt/tags/tag165.xml><?xml version="1.0" encoding="utf-8"?>
<p:tagLst xmlns:p="http://schemas.openxmlformats.org/presentationml/2006/main">
  <p:tag name="KSO_WM_FULL_TEXT_BEAUTIFY_COPY_ID" val="42"/>
</p:tagLst>
</file>

<file path=ppt/tags/tag166.xml><?xml version="1.0" encoding="utf-8"?>
<p:tagLst xmlns:p="http://schemas.openxmlformats.org/presentationml/2006/main">
  <p:tag name="KSO_WM_FULL_TEXT_BEAUTIFY_COPY_ID" val="6"/>
</p:tagLst>
</file>

<file path=ppt/tags/tag167.xml><?xml version="1.0" encoding="utf-8"?>
<p:tagLst xmlns:p="http://schemas.openxmlformats.org/presentationml/2006/main">
  <p:tag name="KSO_WM_FULL_TEXT_BEAUTIFY_COPY_ID" val="40"/>
</p:tagLst>
</file>

<file path=ppt/tags/tag168.xml><?xml version="1.0" encoding="utf-8"?>
<p:tagLst xmlns:p="http://schemas.openxmlformats.org/presentationml/2006/main">
  <p:tag name="KSO_WM_FULL_TEXT_BEAUTIFY_COPY_ID" val="41"/>
</p:tagLst>
</file>

<file path=ppt/tags/tag169.xml><?xml version="1.0" encoding="utf-8"?>
<p:tagLst xmlns:p="http://schemas.openxmlformats.org/presentationml/2006/main">
  <p:tag name="KSO_WM_FULL_TEXT_BEAUTIFY_COPY_ID" val="42"/>
</p:tagLst>
</file>

<file path=ppt/tags/tag170.xml><?xml version="1.0" encoding="utf-8"?>
<p:tagLst xmlns:p="http://schemas.openxmlformats.org/presentationml/2006/main">
  <p:tag name="KSO_WM_BEAUTIFY_FLAG" val="#wm#"/>
  <p:tag name="KSO_WM_TEMPLATE_CATEGORY" val="custom"/>
  <p:tag name="KSO_WM_TEMPLATE_INDEX" val="20202824"/>
  <p:tag name="KSO_WM_SPECIAL_SOURCE" val="bdnull"/>
</p:tagLst>
</file>

<file path=ppt/tags/tag171.xml><?xml version="1.0" encoding="utf-8"?>
<p:tagLst xmlns:p="http://schemas.openxmlformats.org/presentationml/2006/main">
  <p:tag name="KSO_WM_UNIT_TABLE_BEAUTIFY" val="smartTable{1f6845d8-1337-4a2a-8819-ebfe25665106}"/>
  <p:tag name="TABLE_EMPHASIZE_COLOR" val="5787233"/>
  <p:tag name="TABLE_SKINIDX" val="0"/>
  <p:tag name="TABLE_COLORIDX" val="19"/>
  <p:tag name="TABLE_COLOR_RGB" val="0x000000*0xFFFFFF*0x212121*0xFFFFFF*0x584E61*0x786577*0xA593A4*0xB3ADC2*0xC8C6CF*0xE6E6E8"/>
</p:tagLst>
</file>

<file path=ppt/tags/tag172.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73.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74.xml><?xml version="1.0" encoding="utf-8"?>
<p:tagLst xmlns:p="http://schemas.openxmlformats.org/presentationml/2006/main">
  <p:tag name="KSO_WM_FULL_TEXT_BEAUTIFY_COPY_ID" val="5"/>
</p:tagLst>
</file>

<file path=ppt/tags/tag175.xml><?xml version="1.0" encoding="utf-8"?>
<p:tagLst xmlns:p="http://schemas.openxmlformats.org/presentationml/2006/main">
  <p:tag name="KSO_WM_FULL_TEXT_BEAUTIFY_COPY_ID" val="5"/>
</p:tagLst>
</file>

<file path=ppt/tags/tag176.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77.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8.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9.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80.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81.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82.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83.xml><?xml version="1.0" encoding="utf-8"?>
<p:tagLst xmlns:p="http://schemas.openxmlformats.org/presentationml/2006/main">
  <p:tag name="KSO_WM_FULL_TEXT_BEAUTIFY_COPY_ID" val="2"/>
</p:tagLst>
</file>

<file path=ppt/tags/tag184.xml><?xml version="1.0" encoding="utf-8"?>
<p:tagLst xmlns:p="http://schemas.openxmlformats.org/presentationml/2006/main">
  <p:tag name="KSO_WM_BEAUTIFY_FLAG" val="#wm#"/>
  <p:tag name="KSO_WM_TEMPLATE_CATEGORY" val="custom"/>
  <p:tag name="KSO_WM_TEMPLATE_INDEX" val="20202824"/>
  <p:tag name="KSO_WM_SPECIAL_SOURCE" val="bdnull"/>
</p:tagLst>
</file>

<file path=ppt/tags/tag185.xml><?xml version="1.0" encoding="utf-8"?>
<p:tagLst xmlns:p="http://schemas.openxmlformats.org/presentationml/2006/main">
  <p:tag name="KSO_WM_FULL_TEXT_BEAUTIFY_COPY_ID" val="5"/>
</p:tagLst>
</file>

<file path=ppt/tags/tag186.xml><?xml version="1.0" encoding="utf-8"?>
<p:tagLst xmlns:p="http://schemas.openxmlformats.org/presentationml/2006/main">
  <p:tag name="KSO_WM_FULL_TEXT_BEAUTIFY_COPY_ID" val="2"/>
</p:tagLst>
</file>

<file path=ppt/tags/tag187.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88.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89.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0.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91.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2.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93.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4.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5.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96.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7.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8.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9.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00.xml><?xml version="1.0" encoding="utf-8"?>
<p:tagLst xmlns:p="http://schemas.openxmlformats.org/presentationml/2006/main">
  <p:tag name="KSO_WM_FULL_TEXT_BEAUTIFY_COPY_ID" val="5"/>
</p:tagLst>
</file>

<file path=ppt/tags/tag201.xml><?xml version="1.0" encoding="utf-8"?>
<p:tagLst xmlns:p="http://schemas.openxmlformats.org/presentationml/2006/main">
  <p:tag name="KSO_WM_FULL_TEXT_BEAUTIFY_COPY_ID" val="2"/>
</p:tagLst>
</file>

<file path=ppt/tags/tag202.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03.xml><?xml version="1.0" encoding="utf-8"?>
<p:tagLst xmlns:p="http://schemas.openxmlformats.org/presentationml/2006/main">
  <p:tag name="KSO_WM_FULL_TEXT_BEAUTIFY_COPY_ID" val="5"/>
</p:tagLst>
</file>

<file path=ppt/tags/tag204.xml><?xml version="1.0" encoding="utf-8"?>
<p:tagLst xmlns:p="http://schemas.openxmlformats.org/presentationml/2006/main">
  <p:tag name="KSO_WM_FULL_TEXT_BEAUTIFY_COPY_ID" val="2"/>
</p:tagLst>
</file>

<file path=ppt/tags/tag205.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06.xml><?xml version="1.0" encoding="utf-8"?>
<p:tagLst xmlns:p="http://schemas.openxmlformats.org/presentationml/2006/main">
  <p:tag name="KSO_WM_FULL_TEXT_BEAUTIFY_COPY_ID" val="5"/>
</p:tagLst>
</file>

<file path=ppt/tags/tag207.xml><?xml version="1.0" encoding="utf-8"?>
<p:tagLst xmlns:p="http://schemas.openxmlformats.org/presentationml/2006/main">
  <p:tag name="KSO_WM_FULL_TEXT_BEAUTIFY_COPY_ID" val="2"/>
</p:tagLst>
</file>

<file path=ppt/tags/tag208.xml><?xml version="1.0" encoding="utf-8"?>
<p:tagLst xmlns:p="http://schemas.openxmlformats.org/presentationml/2006/main">
  <p:tag name="KSO_WM_UNIT_PLACING_PICTURE_USER_VIEWPORT" val="{&quot;height&quot;:3135,&quot;width&quot;:4425}"/>
</p:tagLst>
</file>

<file path=ppt/tags/tag209.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10.xml><?xml version="1.0" encoding="utf-8"?>
<p:tagLst xmlns:p="http://schemas.openxmlformats.org/presentationml/2006/main">
  <p:tag name="KSO_WM_FULL_TEXT_BEAUTIFY_COPY_ID" val="5"/>
</p:tagLst>
</file>

<file path=ppt/tags/tag211.xml><?xml version="1.0" encoding="utf-8"?>
<p:tagLst xmlns:p="http://schemas.openxmlformats.org/presentationml/2006/main">
  <p:tag name="KSO_WM_FULL_TEXT_BEAUTIFY_COPY_ID" val="2"/>
</p:tagLst>
</file>

<file path=ppt/tags/tag212.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13.xml><?xml version="1.0" encoding="utf-8"?>
<p:tagLst xmlns:p="http://schemas.openxmlformats.org/presentationml/2006/main">
  <p:tag name="KSO_WM_FULL_TEXT_BEAUTIFY_COPY_ID" val="5"/>
</p:tagLst>
</file>

<file path=ppt/tags/tag214.xml><?xml version="1.0" encoding="utf-8"?>
<p:tagLst xmlns:p="http://schemas.openxmlformats.org/presentationml/2006/main">
  <p:tag name="KSO_WM_FULL_TEXT_BEAUTIFY_COPY_ID" val="2"/>
</p:tagLst>
</file>

<file path=ppt/tags/tag215.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16.xml><?xml version="1.0" encoding="utf-8"?>
<p:tagLst xmlns:p="http://schemas.openxmlformats.org/presentationml/2006/main">
  <p:tag name="KSO_WM_FULL_TEXT_BEAUTIFY_COPY_ID" val="5"/>
</p:tagLst>
</file>

<file path=ppt/tags/tag217.xml><?xml version="1.0" encoding="utf-8"?>
<p:tagLst xmlns:p="http://schemas.openxmlformats.org/presentationml/2006/main">
  <p:tag name="KSO_WM_FULL_TEXT_BEAUTIFY_COPY_ID" val="2"/>
</p:tagLst>
</file>

<file path=ppt/tags/tag218.xml><?xml version="1.0" encoding="utf-8"?>
<p:tagLst xmlns:p="http://schemas.openxmlformats.org/presentationml/2006/main">
  <p:tag name="KSO_WM_FULL_TEXT_BEAUTIFY_COPY_ID" val="6"/>
</p:tagLst>
</file>

<file path=ppt/tags/tag219.xml><?xml version="1.0" encoding="utf-8"?>
<p:tagLst xmlns:p="http://schemas.openxmlformats.org/presentationml/2006/main">
  <p:tag name="KSO_WM_FULL_TEXT_BEAUTIFY_COPY_ID" val="40"/>
</p:tagLst>
</file>

<file path=ppt/tags/tag220.xml><?xml version="1.0" encoding="utf-8"?>
<p:tagLst xmlns:p="http://schemas.openxmlformats.org/presentationml/2006/main">
  <p:tag name="KSO_WM_FULL_TEXT_BEAUTIFY_COPY_ID" val="41"/>
</p:tagLst>
</file>

<file path=ppt/tags/tag221.xml><?xml version="1.0" encoding="utf-8"?>
<p:tagLst xmlns:p="http://schemas.openxmlformats.org/presentationml/2006/main">
  <p:tag name="KSO_WM_FULL_TEXT_BEAUTIFY_COPY_ID" val="42"/>
</p:tagLst>
</file>

<file path=ppt/tags/tag222.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汉仪细等线繁"/>
        <a:ea typeface=""/>
        <a:cs typeface=""/>
        <a:font script="Jpan" typeface="游ゴシック Light"/>
        <a:font script="Hang" typeface="맑은 고딕"/>
        <a:font script="Hans" typeface="汉仪细等线繁"/>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细等线繁"/>
        <a:ea typeface=""/>
        <a:cs typeface=""/>
        <a:font script="Jpan" typeface="游ゴシック"/>
        <a:font script="Hang" typeface="맑은 고딕"/>
        <a:font script="Hans" typeface="汉仪细等线繁"/>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WPS主题色">
      <a:dk1>
        <a:srgbClr val="000000"/>
      </a:dk1>
      <a:lt1>
        <a:srgbClr val="FFFFFF"/>
      </a:lt1>
      <a:dk2>
        <a:srgbClr val="E5EAF2"/>
      </a:dk2>
      <a:lt2>
        <a:srgbClr val="FFFFFF"/>
      </a:lt2>
      <a:accent1>
        <a:srgbClr val="5F769F"/>
      </a:accent1>
      <a:accent2>
        <a:srgbClr val="71729B"/>
      </a:accent2>
      <a:accent3>
        <a:srgbClr val="7E6B95"/>
      </a:accent3>
      <a:accent4>
        <a:srgbClr val="8A668D"/>
      </a:accent4>
      <a:accent5>
        <a:srgbClr val="955F82"/>
      </a:accent5>
      <a:accent6>
        <a:srgbClr val="9B5B75"/>
      </a:accent6>
      <a:hlink>
        <a:srgbClr val="292BBB"/>
      </a:hlink>
      <a:folHlink>
        <a:srgbClr val="580C6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汉仪细等线繁"/>
        <a:ea typeface=""/>
        <a:cs typeface=""/>
        <a:font script="Jpan" typeface="游ゴシック Light"/>
        <a:font script="Hang" typeface="맑은 고딕"/>
        <a:font script="Hans" typeface="汉仪细等线繁"/>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细等线繁"/>
        <a:ea typeface=""/>
        <a:cs typeface=""/>
        <a:font script="Jpan" typeface="游ゴシック"/>
        <a:font script="Hang" typeface="맑은 고딕"/>
        <a:font script="Hans" typeface="汉仪细等线繁"/>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3597</Words>
  <Application>WPS 演示</Application>
  <PresentationFormat>自定义</PresentationFormat>
  <Paragraphs>378</Paragraphs>
  <Slides>13</Slides>
  <Notes>3</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13</vt:i4>
      </vt:variant>
    </vt:vector>
  </HeadingPairs>
  <TitlesOfParts>
    <vt:vector size="31" baseType="lpstr">
      <vt:lpstr>Arial</vt:lpstr>
      <vt:lpstr>宋体</vt:lpstr>
      <vt:lpstr>Wingdings</vt:lpstr>
      <vt:lpstr>微软雅黑</vt:lpstr>
      <vt:lpstr>汉仪旗黑Y4-85简</vt:lpstr>
      <vt:lpstr>方正粗黑宋简体</vt:lpstr>
      <vt:lpstr>楷体</vt:lpstr>
      <vt:lpstr>汉仪大隶书简</vt:lpstr>
      <vt:lpstr>Times New Roman</vt:lpstr>
      <vt:lpstr>汉仪铁山隶书繁</vt:lpstr>
      <vt:lpstr>Arial</vt:lpstr>
      <vt:lpstr>Wingdings</vt:lpstr>
      <vt:lpstr>幼圆</vt:lpstr>
      <vt:lpstr>Calibri</vt:lpstr>
      <vt:lpstr>Arial Unicode MS</vt:lpstr>
      <vt:lpstr>黑体</vt:lpstr>
      <vt:lpstr>自定义设计方案</vt:lpstr>
      <vt:lpstr>2_Office 主题​​</vt:lpstr>
      <vt:lpstr>第三单元 身边的化学物质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Administrator</dc:creator>
  <cp:lastModifiedBy>霖</cp:lastModifiedBy>
  <cp:revision>1934</cp:revision>
  <dcterms:created xsi:type="dcterms:W3CDTF">2019-06-19T02:08:00Z</dcterms:created>
  <dcterms:modified xsi:type="dcterms:W3CDTF">2022-04-20T11:06:20Z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y fmtid="{D5CDD505-2E9C-101B-9397-08002B2CF9AE}" pid="3" name="KSOSaveFontToCloudKey">
    <vt:lpwstr>454426875_cloud</vt:lpwstr>
  </property>
  <property fmtid="{D5CDD505-2E9C-101B-9397-08002B2CF9AE}" pid="4" name="ICV">
    <vt:lpwstr>B9A4CEBAEED945FBBD7A4B61D26B5076</vt:lpwstr>
  </property>
</Properties>
</file>